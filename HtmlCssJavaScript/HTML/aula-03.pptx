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7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595"/>
  </p:normalViewPr>
  <p:slideViewPr>
    <p:cSldViewPr>
      <p:cViewPr varScale="1">
        <p:scale>
          <a:sx n="96" d="100"/>
          <a:sy n="96" d="100"/>
        </p:scale>
        <p:origin x="8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53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63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48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53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55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85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81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93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9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6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08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56D1A-7BAE-447B-BF93-538498F528BA}" type="datetimeFigureOut">
              <a:rPr lang="pt-BR" smtClean="0"/>
              <a:pPr/>
              <a:t>29/03/16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15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dykawasaki@gmail.co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HTML5 e CSS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Daniel Kawasaki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Tags </a:t>
            </a:r>
            <a:r>
              <a:rPr lang="en-US" dirty="0" err="1" smtClean="0"/>
              <a:t>B</a:t>
            </a:r>
            <a:r>
              <a:rPr lang="en-US" dirty="0" err="1" smtClean="0"/>
              <a:t>ásicos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Parágrafos</a:t>
            </a:r>
            <a:r>
              <a:rPr lang="en-US" dirty="0" smtClean="0"/>
              <a:t>: &lt;p&gt; </a:t>
            </a:r>
            <a:r>
              <a:rPr lang="en-US" dirty="0" err="1" smtClean="0">
                <a:solidFill>
                  <a:srgbClr val="FF0000"/>
                </a:solidFill>
              </a:rPr>
              <a:t>conteúdo</a:t>
            </a:r>
            <a:r>
              <a:rPr lang="en-US" dirty="0" smtClean="0"/>
              <a:t> &lt;/p&gt;</a:t>
            </a:r>
          </a:p>
          <a:p>
            <a:r>
              <a:rPr lang="en-US" dirty="0" err="1" smtClean="0"/>
              <a:t>Parágrafo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branco</a:t>
            </a:r>
            <a:r>
              <a:rPr lang="en-US" dirty="0" smtClean="0"/>
              <a:t>: &lt;p&gt;&amp;</a:t>
            </a:r>
            <a:r>
              <a:rPr lang="en-US" dirty="0" err="1" smtClean="0"/>
              <a:t>nbsp</a:t>
            </a:r>
            <a:r>
              <a:rPr lang="en-US" dirty="0" smtClean="0"/>
              <a:t>;&lt;/p&gt;</a:t>
            </a:r>
          </a:p>
          <a:p>
            <a:r>
              <a:rPr lang="en-US" dirty="0" err="1" smtClean="0"/>
              <a:t>Espaço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branco</a:t>
            </a:r>
            <a:r>
              <a:rPr lang="en-US" dirty="0" smtClean="0"/>
              <a:t>: &amp;</a:t>
            </a:r>
            <a:r>
              <a:rPr lang="en-US" dirty="0" err="1" smtClean="0"/>
              <a:t>nbsp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Quebra</a:t>
            </a:r>
            <a:r>
              <a:rPr lang="en-US" dirty="0" smtClean="0"/>
              <a:t> de </a:t>
            </a:r>
            <a:r>
              <a:rPr lang="en-US" dirty="0" err="1" smtClean="0"/>
              <a:t>linha</a:t>
            </a:r>
            <a:r>
              <a:rPr lang="en-US" dirty="0" smtClean="0"/>
              <a:t>: &lt;</a:t>
            </a:r>
            <a:r>
              <a:rPr lang="en-US" dirty="0" err="1" smtClean="0"/>
              <a:t>br</a:t>
            </a:r>
            <a:r>
              <a:rPr lang="en-US" dirty="0" smtClean="0"/>
              <a:t> /&gt;</a:t>
            </a:r>
          </a:p>
          <a:p>
            <a:r>
              <a:rPr lang="en-US" dirty="0" err="1" smtClean="0"/>
              <a:t>Régua</a:t>
            </a:r>
            <a:r>
              <a:rPr lang="en-US" dirty="0" smtClean="0"/>
              <a:t> Horizontal: &lt;hr /&gt;</a:t>
            </a:r>
          </a:p>
          <a:p>
            <a:r>
              <a:rPr lang="en-US" dirty="0" err="1" smtClean="0"/>
              <a:t>Títulos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&lt;h1&gt; </a:t>
            </a:r>
            <a:r>
              <a:rPr lang="en-US" dirty="0" smtClean="0">
                <a:solidFill>
                  <a:srgbClr val="FF0000"/>
                </a:solidFill>
              </a:rPr>
              <a:t>título1</a:t>
            </a:r>
            <a:r>
              <a:rPr lang="en-US" dirty="0" smtClean="0"/>
              <a:t> &lt;/h1&gt;</a:t>
            </a:r>
          </a:p>
          <a:p>
            <a:pPr lvl="1">
              <a:buNone/>
            </a:pPr>
            <a:r>
              <a:rPr lang="en-US" dirty="0" smtClean="0"/>
              <a:t>&lt;h2&gt; </a:t>
            </a:r>
            <a:r>
              <a:rPr lang="en-US" dirty="0" smtClean="0">
                <a:solidFill>
                  <a:srgbClr val="FF0000"/>
                </a:solidFill>
              </a:rPr>
              <a:t>título2</a:t>
            </a:r>
            <a:r>
              <a:rPr lang="en-US" dirty="0" smtClean="0"/>
              <a:t> &lt;/h2&gt;</a:t>
            </a:r>
          </a:p>
          <a:p>
            <a:pPr lvl="1">
              <a:buNone/>
            </a:pPr>
            <a:r>
              <a:rPr lang="en-US" dirty="0" smtClean="0"/>
              <a:t>&lt;h3&gt; </a:t>
            </a:r>
            <a:r>
              <a:rPr lang="en-US" dirty="0" smtClean="0">
                <a:solidFill>
                  <a:srgbClr val="FF0000"/>
                </a:solidFill>
              </a:rPr>
              <a:t>título3</a:t>
            </a:r>
            <a:r>
              <a:rPr lang="en-US" dirty="0" smtClean="0"/>
              <a:t> &lt;/h3&gt;</a:t>
            </a:r>
          </a:p>
          <a:p>
            <a:pPr lvl="1">
              <a:buNone/>
            </a:pPr>
            <a:r>
              <a:rPr lang="en-US" dirty="0"/>
              <a:t>&lt;</a:t>
            </a:r>
            <a:r>
              <a:rPr lang="en-US" dirty="0" smtClean="0"/>
              <a:t>h4&gt; </a:t>
            </a:r>
            <a:r>
              <a:rPr lang="en-US" dirty="0">
                <a:solidFill>
                  <a:srgbClr val="FF0000"/>
                </a:solidFill>
              </a:rPr>
              <a:t>título3</a:t>
            </a:r>
            <a:r>
              <a:rPr lang="en-US" dirty="0"/>
              <a:t> &lt;/</a:t>
            </a:r>
            <a:r>
              <a:rPr lang="en-US" dirty="0" smtClean="0"/>
              <a:t>h4&gt;</a:t>
            </a:r>
            <a:endParaRPr lang="en-US" dirty="0"/>
          </a:p>
          <a:p>
            <a:pPr lvl="1">
              <a:buNone/>
            </a:pPr>
            <a:r>
              <a:rPr lang="en-US" dirty="0"/>
              <a:t>&lt;</a:t>
            </a:r>
            <a:r>
              <a:rPr lang="en-US" dirty="0" smtClean="0"/>
              <a:t>h5&gt; </a:t>
            </a:r>
            <a:r>
              <a:rPr lang="en-US" dirty="0">
                <a:solidFill>
                  <a:srgbClr val="FF0000"/>
                </a:solidFill>
              </a:rPr>
              <a:t>título3</a:t>
            </a:r>
            <a:r>
              <a:rPr lang="en-US" dirty="0"/>
              <a:t> &lt;/</a:t>
            </a:r>
            <a:r>
              <a:rPr lang="en-US" dirty="0" smtClean="0"/>
              <a:t>h5&gt;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Ordenada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Elementos</a:t>
            </a:r>
            <a:r>
              <a:rPr lang="en-US" dirty="0" smtClean="0"/>
              <a:t> de </a:t>
            </a:r>
            <a:r>
              <a:rPr lang="en-US" dirty="0" err="1" smtClean="0"/>
              <a:t>listas</a:t>
            </a:r>
            <a:endParaRPr lang="en-US" dirty="0" smtClean="0"/>
          </a:p>
          <a:p>
            <a:pPr lvl="1"/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Ordenada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Ordered List: &lt;</a:t>
            </a:r>
            <a:r>
              <a:rPr lang="en-US" dirty="0" err="1" smtClean="0"/>
              <a:t>ol</a:t>
            </a:r>
            <a:r>
              <a:rPr lang="en-US" dirty="0" smtClean="0"/>
              <a:t>&gt; &lt;/</a:t>
            </a:r>
            <a:r>
              <a:rPr lang="en-US" dirty="0" err="1" smtClean="0"/>
              <a:t>ol</a:t>
            </a:r>
            <a:r>
              <a:rPr lang="en-US" dirty="0" smtClean="0"/>
              <a:t>&gt;</a:t>
            </a:r>
          </a:p>
          <a:p>
            <a:pPr lvl="2">
              <a:buNone/>
            </a:pPr>
            <a:r>
              <a:rPr lang="en-US" dirty="0" smtClean="0"/>
              <a:t>List Item: &lt;</a:t>
            </a:r>
            <a:r>
              <a:rPr lang="en-US" dirty="0" err="1" smtClean="0"/>
              <a:t>li</a:t>
            </a:r>
            <a:r>
              <a:rPr lang="en-US" dirty="0" smtClean="0"/>
              <a:t>&gt; 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857224" y="3680851"/>
            <a:ext cx="272382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ol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1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2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3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4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5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ol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857752" y="3680851"/>
            <a:ext cx="15953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1.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1</a:t>
            </a: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2.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2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3.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3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4.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4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5.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5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57224" y="3212976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Código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857752" y="3212976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Na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tela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8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N</a:t>
            </a:r>
            <a:r>
              <a:rPr lang="en-US" dirty="0" err="1" smtClean="0"/>
              <a:t>ão</a:t>
            </a:r>
            <a:r>
              <a:rPr lang="en-US" dirty="0" smtClean="0"/>
              <a:t> </a:t>
            </a:r>
            <a:r>
              <a:rPr lang="en-US" dirty="0" err="1" smtClean="0"/>
              <a:t>Ordenada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Elementos</a:t>
            </a:r>
            <a:r>
              <a:rPr lang="en-US" dirty="0" smtClean="0"/>
              <a:t> de </a:t>
            </a:r>
            <a:r>
              <a:rPr lang="en-US" dirty="0" err="1" smtClean="0"/>
              <a:t>listas</a:t>
            </a:r>
            <a:endParaRPr lang="en-US" dirty="0" smtClean="0"/>
          </a:p>
          <a:p>
            <a:pPr lvl="1"/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Ordenada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Unordered List: &lt;</a:t>
            </a:r>
            <a:r>
              <a:rPr lang="en-US" dirty="0" err="1" smtClean="0"/>
              <a:t>ul</a:t>
            </a:r>
            <a:r>
              <a:rPr lang="en-US" dirty="0" smtClean="0"/>
              <a:t>&gt; 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57224" y="3389562"/>
            <a:ext cx="272382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1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2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3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4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5 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857752" y="3389562"/>
            <a:ext cx="146706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1</a:t>
            </a: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2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3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4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5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57224" y="292168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Código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857752" y="2921687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Na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tela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436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Listas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Elementos</a:t>
            </a:r>
            <a:r>
              <a:rPr lang="en-US" dirty="0" smtClean="0"/>
              <a:t> de </a:t>
            </a:r>
            <a:r>
              <a:rPr lang="en-US" dirty="0" err="1" smtClean="0"/>
              <a:t>listas</a:t>
            </a:r>
            <a:endParaRPr lang="en-US" dirty="0" smtClean="0"/>
          </a:p>
          <a:p>
            <a:pPr lvl="1"/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Ordenada</a:t>
            </a:r>
            <a:r>
              <a:rPr lang="en-US" dirty="0" smtClean="0"/>
              <a:t> e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Ordenada</a:t>
            </a:r>
            <a:endParaRPr lang="en-US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857224" y="2853823"/>
            <a:ext cx="220445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ol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1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item 1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item 2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2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item 1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item 2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3 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ul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ol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</a:t>
            </a:r>
            <a:endParaRPr lang="pt-BR" sz="1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857752" y="2853823"/>
            <a:ext cx="195438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1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item 1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item 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2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item 1</a:t>
            </a:r>
          </a:p>
          <a:p>
            <a:pPr marL="914400" lvl="1" indent="-457200">
              <a:buFont typeface="Courier New" pitchFamily="49" charset="0"/>
              <a:buChar char="o"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item 2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lista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3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57224" y="2385948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Código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857752" y="238594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nsolas" pitchFamily="49" charset="0"/>
                <a:cs typeface="Consolas" pitchFamily="49" charset="0"/>
              </a:rPr>
              <a:t>Na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tela</a:t>
            </a:r>
            <a:endParaRPr lang="pt-BR" sz="2000" dirty="0" smtClean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28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Imagem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Imagens</a:t>
            </a:r>
            <a:r>
              <a:rPr lang="en-US" dirty="0" smtClean="0"/>
              <a:t> - &lt;</a:t>
            </a:r>
            <a:r>
              <a:rPr lang="en-US" dirty="0" err="1" smtClean="0"/>
              <a:t>img</a:t>
            </a:r>
            <a:r>
              <a:rPr lang="en-US" dirty="0" smtClean="0"/>
              <a:t>&gt; é um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vazio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&lt;p&gt;&lt;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arquivo</a:t>
            </a:r>
            <a:r>
              <a:rPr lang="en-US" dirty="0" smtClean="0"/>
              <a:t>” alt=“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à 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imagem</a:t>
            </a:r>
            <a:r>
              <a:rPr lang="en-US" dirty="0" smtClean="0"/>
              <a:t>” /&gt;&lt;/p&gt;</a:t>
            </a:r>
          </a:p>
          <a:p>
            <a:pPr lvl="1">
              <a:buNone/>
            </a:pPr>
            <a:r>
              <a:rPr lang="en-US" dirty="0"/>
              <a:t>&lt;p&gt;&lt;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</a:t>
            </a:r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arquivo</a:t>
            </a:r>
            <a:r>
              <a:rPr lang="en-US" dirty="0"/>
              <a:t>” alt=“</a:t>
            </a:r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à </a:t>
            </a:r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imagem</a:t>
            </a:r>
            <a:r>
              <a:rPr lang="en-US" dirty="0" smtClean="0"/>
              <a:t>” title=“</a:t>
            </a:r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o mouse</a:t>
            </a:r>
            <a:r>
              <a:rPr lang="en-US" dirty="0" smtClean="0"/>
              <a:t>” </a:t>
            </a:r>
            <a:r>
              <a:rPr lang="en-US" dirty="0"/>
              <a:t>/&gt;&lt;/p&gt;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err="1" smtClean="0"/>
              <a:t>img</a:t>
            </a:r>
            <a:r>
              <a:rPr lang="en-US" dirty="0" smtClean="0"/>
              <a:t>: </a:t>
            </a:r>
            <a:r>
              <a:rPr lang="en-US" dirty="0" err="1" smtClean="0"/>
              <a:t>imagem</a:t>
            </a:r>
            <a:endParaRPr lang="en-US" dirty="0" smtClean="0"/>
          </a:p>
          <a:p>
            <a:pPr lvl="1">
              <a:buNone/>
            </a:pPr>
            <a:r>
              <a:rPr lang="en-US" dirty="0" err="1" smtClean="0"/>
              <a:t>src</a:t>
            </a:r>
            <a:r>
              <a:rPr lang="en-US" dirty="0" smtClean="0"/>
              <a:t>: </a:t>
            </a:r>
            <a:r>
              <a:rPr lang="en-US" dirty="0" smtClean="0"/>
              <a:t>source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origem</a:t>
            </a:r>
            <a:r>
              <a:rPr lang="en-US" dirty="0" smtClean="0"/>
              <a:t> </a:t>
            </a:r>
            <a:r>
              <a:rPr lang="en-US" dirty="0" smtClean="0"/>
              <a:t>da </a:t>
            </a:r>
            <a:r>
              <a:rPr lang="en-US" u="sng" dirty="0" err="1" smtClean="0"/>
              <a:t>imagem</a:t>
            </a:r>
            <a:endParaRPr lang="en-US" u="sng" dirty="0" smtClean="0"/>
          </a:p>
          <a:p>
            <a:pPr lvl="1">
              <a:buNone/>
            </a:pPr>
            <a:r>
              <a:rPr lang="en-US" dirty="0" smtClean="0"/>
              <a:t>alt: 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alternativo</a:t>
            </a:r>
            <a:r>
              <a:rPr lang="en-US" dirty="0" smtClean="0"/>
              <a:t> à </a:t>
            </a:r>
            <a:r>
              <a:rPr lang="en-US" dirty="0" err="1" smtClean="0"/>
              <a:t>imagem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title: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aparecerá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o mouse </a:t>
            </a:r>
            <a:r>
              <a:rPr lang="en-US" dirty="0" err="1"/>
              <a:t>estiver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cima</a:t>
            </a:r>
            <a:r>
              <a:rPr lang="en-US" dirty="0"/>
              <a:t> do mouse</a:t>
            </a:r>
            <a:r>
              <a:rPr lang="en-US" dirty="0" smtClean="0"/>
              <a:t>.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Regra</a:t>
            </a:r>
            <a:r>
              <a:rPr lang="en-US" dirty="0" smtClean="0"/>
              <a:t>: </a:t>
            </a:r>
            <a:r>
              <a:rPr lang="en-US" dirty="0" err="1" smtClean="0"/>
              <a:t>todas</a:t>
            </a:r>
            <a:r>
              <a:rPr lang="en-US" dirty="0" smtClean="0"/>
              <a:t> as </a:t>
            </a:r>
            <a:r>
              <a:rPr lang="en-US" dirty="0" err="1" smtClean="0"/>
              <a:t>imagens</a:t>
            </a:r>
            <a:r>
              <a:rPr lang="en-US" dirty="0" smtClean="0"/>
              <a:t> </a:t>
            </a:r>
            <a:r>
              <a:rPr lang="en-US" dirty="0" err="1" smtClean="0"/>
              <a:t>devem</a:t>
            </a:r>
            <a:r>
              <a:rPr lang="en-US" dirty="0" smtClean="0"/>
              <a:t>  </a:t>
            </a:r>
            <a:r>
              <a:rPr lang="en-US" dirty="0" err="1" smtClean="0"/>
              <a:t>possuir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alternativo</a:t>
            </a:r>
            <a:r>
              <a:rPr lang="en-US" dirty="0" smtClean="0"/>
              <a:t> para </a:t>
            </a:r>
            <a:r>
              <a:rPr lang="en-US" dirty="0" err="1" smtClean="0"/>
              <a:t>melhorar</a:t>
            </a:r>
            <a:r>
              <a:rPr lang="en-US" dirty="0" smtClean="0"/>
              <a:t>/</a:t>
            </a:r>
            <a:r>
              <a:rPr lang="en-US" dirty="0" err="1" smtClean="0"/>
              <a:t>aumentar</a:t>
            </a:r>
            <a:r>
              <a:rPr lang="en-US" dirty="0" smtClean="0"/>
              <a:t> a </a:t>
            </a:r>
            <a:r>
              <a:rPr lang="en-US" dirty="0" err="1" smtClean="0"/>
              <a:t>acessibilidade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098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825625"/>
            <a:ext cx="864096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Links</a:t>
            </a:r>
          </a:p>
          <a:p>
            <a:pPr marL="457200" lvl="1" indent="0">
              <a:buNone/>
            </a:pPr>
            <a:r>
              <a:rPr lang="en-US" dirty="0" smtClean="0"/>
              <a:t>Links de </a:t>
            </a:r>
            <a:r>
              <a:rPr lang="en-US" dirty="0" smtClean="0"/>
              <a:t>email - &lt;p</a:t>
            </a:r>
            <a:r>
              <a:rPr lang="en-US" dirty="0" smtClean="0"/>
              <a:t>&gt;&lt;a </a:t>
            </a:r>
            <a:r>
              <a:rPr lang="en-US" dirty="0" err="1" smtClean="0"/>
              <a:t>href</a:t>
            </a:r>
            <a:r>
              <a:rPr lang="en-US" dirty="0" smtClean="0"/>
              <a:t>=“mailto: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seu email</a:t>
            </a:r>
            <a:r>
              <a:rPr lang="en-US" dirty="0" smtClean="0"/>
              <a:t>”&gt;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 smtClean="0"/>
              <a:t>&lt;/a&gt;&lt;/p&gt;</a:t>
            </a:r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Links </a:t>
            </a:r>
            <a:r>
              <a:rPr lang="en-US" dirty="0" err="1" smtClean="0"/>
              <a:t>Externo</a:t>
            </a:r>
            <a:r>
              <a:rPr lang="en-US" dirty="0" smtClean="0"/>
              <a:t>: </a:t>
            </a:r>
            <a:r>
              <a:rPr lang="en-US" dirty="0" err="1" smtClean="0"/>
              <a:t>são</a:t>
            </a:r>
            <a:r>
              <a:rPr lang="en-US" dirty="0" smtClean="0"/>
              <a:t> links para </a:t>
            </a:r>
            <a:r>
              <a:rPr lang="en-US" dirty="0" err="1" smtClean="0"/>
              <a:t>páginas</a:t>
            </a:r>
            <a:r>
              <a:rPr lang="en-US" dirty="0" smtClean="0"/>
              <a:t> de outros sites</a:t>
            </a:r>
            <a:r>
              <a:rPr lang="en-US" dirty="0" smtClean="0"/>
              <a:t>. - &lt;</a:t>
            </a:r>
            <a:r>
              <a:rPr lang="en-US" dirty="0" smtClean="0"/>
              <a:t>p&gt;&lt;a </a:t>
            </a:r>
            <a:r>
              <a:rPr lang="en-US" dirty="0" err="1" smtClean="0"/>
              <a:t>href</a:t>
            </a:r>
            <a:r>
              <a:rPr lang="en-US" dirty="0" smtClean="0"/>
              <a:t>=“http://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</a:t>
            </a:r>
            <a:r>
              <a:rPr lang="en-US" dirty="0" smtClean="0"/>
              <a:t>” target=“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janela</a:t>
            </a:r>
            <a:r>
              <a:rPr lang="en-US" dirty="0" smtClean="0"/>
              <a:t>”&gt;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 smtClean="0"/>
              <a:t>&lt;/a&gt;&lt;/p&gt;</a:t>
            </a:r>
          </a:p>
          <a:p>
            <a:pPr lvl="1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Links </a:t>
            </a:r>
            <a:r>
              <a:rPr lang="en-US" dirty="0" err="1" smtClean="0"/>
              <a:t>Interno</a:t>
            </a:r>
            <a:r>
              <a:rPr lang="en-US" dirty="0" smtClean="0"/>
              <a:t>: </a:t>
            </a:r>
            <a:r>
              <a:rPr lang="en-US" dirty="0" err="1" smtClean="0"/>
              <a:t>são</a:t>
            </a:r>
            <a:r>
              <a:rPr lang="en-US" dirty="0" smtClean="0"/>
              <a:t> links para </a:t>
            </a:r>
            <a:r>
              <a:rPr lang="en-US" dirty="0" err="1" smtClean="0"/>
              <a:t>páginas</a:t>
            </a:r>
            <a:r>
              <a:rPr lang="en-US" dirty="0" smtClean="0"/>
              <a:t> de um </a:t>
            </a:r>
            <a:r>
              <a:rPr lang="en-US" dirty="0" err="1" smtClean="0"/>
              <a:t>mesmo</a:t>
            </a:r>
            <a:r>
              <a:rPr lang="en-US" dirty="0" smtClean="0"/>
              <a:t> website</a:t>
            </a:r>
            <a:r>
              <a:rPr lang="en-US" dirty="0" smtClean="0"/>
              <a:t>. - &lt;</a:t>
            </a:r>
            <a:r>
              <a:rPr lang="en-US" dirty="0" smtClean="0"/>
              <a:t>p&gt;&lt;a </a:t>
            </a:r>
            <a:r>
              <a:rPr lang="en-US" dirty="0" err="1" smtClean="0"/>
              <a:t>href</a:t>
            </a:r>
            <a:r>
              <a:rPr lang="en-US" dirty="0" smtClean="0"/>
              <a:t>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página</a:t>
            </a:r>
            <a:r>
              <a:rPr lang="en-US" dirty="0" smtClean="0"/>
              <a:t>” target=“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janela</a:t>
            </a:r>
            <a:r>
              <a:rPr lang="en-US" dirty="0" smtClean="0"/>
              <a:t>”&gt;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 smtClean="0"/>
              <a:t>&lt;/a&gt;&lt;/p&gt;</a:t>
            </a:r>
          </a:p>
          <a:p>
            <a:pPr lvl="1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Links </a:t>
            </a:r>
            <a:r>
              <a:rPr lang="en-US" dirty="0" err="1" smtClean="0"/>
              <a:t>tipo</a:t>
            </a:r>
            <a:r>
              <a:rPr lang="en-US" dirty="0" smtClean="0"/>
              <a:t> </a:t>
            </a:r>
            <a:r>
              <a:rPr lang="en-US" dirty="0" err="1" smtClean="0"/>
              <a:t>Âncora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Vertical: </a:t>
            </a:r>
            <a:r>
              <a:rPr lang="en-US" dirty="0" err="1" smtClean="0"/>
              <a:t>são</a:t>
            </a:r>
            <a:r>
              <a:rPr lang="en-US" dirty="0" smtClean="0"/>
              <a:t> links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navegar</a:t>
            </a:r>
            <a:r>
              <a:rPr lang="en-US" dirty="0" smtClean="0"/>
              <a:t> a </a:t>
            </a:r>
            <a:r>
              <a:rPr lang="en-US" dirty="0" err="1" smtClean="0"/>
              <a:t>página</a:t>
            </a:r>
            <a:r>
              <a:rPr lang="en-US" dirty="0" smtClean="0"/>
              <a:t> de </a:t>
            </a:r>
            <a:r>
              <a:rPr lang="en-US" dirty="0" err="1" smtClean="0"/>
              <a:t>cima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baixo</a:t>
            </a:r>
            <a:r>
              <a:rPr lang="en-US" dirty="0" smtClean="0"/>
              <a:t> e vice-versa</a:t>
            </a:r>
          </a:p>
          <a:p>
            <a:pPr lvl="1">
              <a:buNone/>
            </a:pPr>
            <a:r>
              <a:rPr lang="en-US" dirty="0" smtClean="0"/>
              <a:t>&lt;p&gt;&lt;a name=“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en-US" dirty="0" smtClean="0"/>
              <a:t>”&gt;&lt;/a&gt;&lt;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arquivo</a:t>
            </a:r>
            <a:r>
              <a:rPr lang="en-US" dirty="0" smtClean="0"/>
              <a:t>” alt=“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 smtClean="0"/>
              <a:t>” /&gt;&lt;/p&gt;</a:t>
            </a:r>
          </a:p>
          <a:p>
            <a:pPr lvl="1">
              <a:buNone/>
            </a:pPr>
            <a:r>
              <a:rPr lang="en-US" dirty="0"/>
              <a:t>&lt;p&gt;&lt;a </a:t>
            </a:r>
            <a:r>
              <a:rPr lang="en-US" dirty="0" err="1"/>
              <a:t>href</a:t>
            </a:r>
            <a:r>
              <a:rPr lang="en-US" dirty="0" smtClean="0"/>
              <a:t>=“#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en-US" dirty="0" smtClean="0"/>
              <a:t>” </a:t>
            </a:r>
            <a:r>
              <a:rPr lang="en-US" dirty="0"/>
              <a:t>alt</a:t>
            </a:r>
            <a:r>
              <a:rPr lang="en-US" dirty="0" smtClean="0"/>
              <a:t>=“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janela</a:t>
            </a:r>
            <a:r>
              <a:rPr lang="en-US" dirty="0" smtClean="0"/>
              <a:t>”&gt;&lt;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 smtClean="0"/>
              <a:t>=“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imagem</a:t>
            </a:r>
            <a:r>
              <a:rPr lang="en-US" dirty="0" smtClean="0"/>
              <a:t>” </a:t>
            </a:r>
            <a:r>
              <a:rPr lang="en-US" dirty="0"/>
              <a:t>alt</a:t>
            </a:r>
            <a:r>
              <a:rPr lang="en-US" dirty="0" smtClean="0"/>
              <a:t>=“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texto</a:t>
            </a:r>
            <a:r>
              <a:rPr lang="en-US" dirty="0" smtClean="0"/>
              <a:t>” </a:t>
            </a:r>
            <a:r>
              <a:rPr lang="en-US" dirty="0"/>
              <a:t>/&gt;&lt;/a&gt;&lt;/p&gt;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a: tag de link</a:t>
            </a:r>
          </a:p>
          <a:p>
            <a:pPr lvl="1">
              <a:buNone/>
            </a:pPr>
            <a:r>
              <a:rPr lang="en-US" dirty="0" err="1" smtClean="0"/>
              <a:t>href</a:t>
            </a:r>
            <a:r>
              <a:rPr lang="en-US" dirty="0" smtClean="0"/>
              <a:t>: </a:t>
            </a:r>
            <a:r>
              <a:rPr lang="en-US" dirty="0" err="1" smtClean="0"/>
              <a:t>referente</a:t>
            </a:r>
            <a:r>
              <a:rPr lang="en-US" dirty="0" smtClean="0"/>
              <a:t> a link</a:t>
            </a:r>
          </a:p>
          <a:p>
            <a:pPr lvl="1">
              <a:buNone/>
            </a:pPr>
            <a:r>
              <a:rPr lang="en-US" dirty="0" err="1" smtClean="0"/>
              <a:t>seu</a:t>
            </a:r>
            <a:r>
              <a:rPr lang="en-US" dirty="0" smtClean="0"/>
              <a:t> email: é o email, ex: </a:t>
            </a:r>
            <a:r>
              <a:rPr lang="en-US" dirty="0" smtClean="0">
                <a:hlinkClick r:id="rId2"/>
              </a:rPr>
              <a:t>dykawasaki@gmail.com</a:t>
            </a:r>
            <a:endParaRPr lang="en-US" dirty="0" smtClean="0"/>
          </a:p>
          <a:p>
            <a:pPr lvl="1">
              <a:buNone/>
            </a:pPr>
            <a:r>
              <a:rPr lang="en-US" dirty="0" err="1" smtClean="0"/>
              <a:t>Texto</a:t>
            </a:r>
            <a:r>
              <a:rPr lang="en-US" dirty="0" smtClean="0"/>
              <a:t>: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descrição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site: </a:t>
            </a:r>
            <a:r>
              <a:rPr lang="en-US" dirty="0" err="1" smtClean="0"/>
              <a:t>endereço</a:t>
            </a:r>
            <a:r>
              <a:rPr lang="en-US" dirty="0" smtClean="0"/>
              <a:t> do site </a:t>
            </a:r>
            <a:r>
              <a:rPr lang="en-US" dirty="0" err="1" smtClean="0"/>
              <a:t>para</a:t>
            </a:r>
            <a:r>
              <a:rPr lang="en-US" dirty="0" smtClean="0"/>
              <a:t> link</a:t>
            </a:r>
          </a:p>
          <a:p>
            <a:pPr lvl="1">
              <a:buNone/>
            </a:pPr>
            <a:r>
              <a:rPr lang="en-US" dirty="0" err="1" smtClean="0"/>
              <a:t>janela</a:t>
            </a:r>
            <a:r>
              <a:rPr lang="en-US" dirty="0" smtClean="0"/>
              <a:t>: </a:t>
            </a:r>
            <a:r>
              <a:rPr lang="en-US" b="1" u="sng" dirty="0" smtClean="0"/>
              <a:t>_blank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janela</a:t>
            </a:r>
            <a:r>
              <a:rPr lang="en-US" dirty="0" smtClean="0"/>
              <a:t> nova e </a:t>
            </a:r>
            <a:r>
              <a:rPr lang="en-US" b="1" u="sng" dirty="0" smtClean="0"/>
              <a:t>_self </a:t>
            </a:r>
            <a:r>
              <a:rPr lang="en-US" dirty="0" err="1" smtClean="0"/>
              <a:t>para</a:t>
            </a:r>
            <a:r>
              <a:rPr lang="en-US" dirty="0" smtClean="0"/>
              <a:t> a </a:t>
            </a:r>
            <a:r>
              <a:rPr lang="en-US" dirty="0" err="1" smtClean="0"/>
              <a:t>mesma</a:t>
            </a:r>
            <a:r>
              <a:rPr lang="en-US" dirty="0" smtClean="0"/>
              <a:t> </a:t>
            </a:r>
            <a:r>
              <a:rPr lang="en-US" dirty="0" err="1" smtClean="0"/>
              <a:t>janela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806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Praticando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Abrir</a:t>
            </a:r>
            <a:r>
              <a:rPr lang="en-US" dirty="0" smtClean="0"/>
              <a:t> o </a:t>
            </a:r>
            <a:r>
              <a:rPr lang="en-US" dirty="0" err="1" smtClean="0"/>
              <a:t>arquivo</a:t>
            </a:r>
            <a:r>
              <a:rPr lang="en-US" dirty="0" smtClean="0"/>
              <a:t> </a:t>
            </a:r>
            <a:r>
              <a:rPr lang="en-US" dirty="0" smtClean="0"/>
              <a:t>“</a:t>
            </a:r>
            <a:r>
              <a:rPr lang="en-US" dirty="0" err="1" smtClean="0"/>
              <a:t>base.html</a:t>
            </a:r>
            <a:r>
              <a:rPr lang="en-US" dirty="0" smtClean="0"/>
              <a:t>” e salve </a:t>
            </a:r>
            <a:r>
              <a:rPr lang="en-US" dirty="0" err="1" smtClean="0"/>
              <a:t>como</a:t>
            </a:r>
            <a:r>
              <a:rPr lang="en-US" dirty="0" smtClean="0"/>
              <a:t> “index.html” </a:t>
            </a:r>
            <a:r>
              <a:rPr lang="en-US" dirty="0" err="1" smtClean="0"/>
              <a:t>na</a:t>
            </a:r>
            <a:r>
              <a:rPr lang="en-US" dirty="0" smtClean="0"/>
              <a:t> pasta </a:t>
            </a:r>
            <a:r>
              <a:rPr lang="en-US" dirty="0" err="1" smtClean="0"/>
              <a:t>mercado_sp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Inclua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tag “title” o </a:t>
            </a:r>
            <a:r>
              <a:rPr lang="en-US" dirty="0" err="1" smtClean="0"/>
              <a:t>texto</a:t>
            </a:r>
            <a:r>
              <a:rPr lang="en-US" dirty="0" smtClean="0"/>
              <a:t> “Mercado Municipal de São Paulo”;</a:t>
            </a:r>
          </a:p>
          <a:p>
            <a:r>
              <a:rPr lang="en-US" dirty="0" err="1" smtClean="0"/>
              <a:t>Coloque</a:t>
            </a:r>
            <a:r>
              <a:rPr lang="en-US" dirty="0" smtClean="0"/>
              <a:t> as </a:t>
            </a:r>
            <a:r>
              <a:rPr lang="en-US" dirty="0" err="1" smtClean="0"/>
              <a:t>seguintes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r>
              <a:rPr lang="en-US" dirty="0" smtClean="0"/>
              <a:t> com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</a:t>
            </a:r>
            <a:r>
              <a:rPr lang="en-US" dirty="0" err="1" smtClean="0"/>
              <a:t>alternativos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tag “body”:</a:t>
            </a:r>
          </a:p>
          <a:p>
            <a:pPr lvl="1"/>
            <a:r>
              <a:rPr lang="en-US" dirty="0" smtClean="0"/>
              <a:t>mercadao_sp_01.jpg / arcos do </a:t>
            </a:r>
            <a:r>
              <a:rPr lang="en-US" dirty="0" err="1" smtClean="0"/>
              <a:t>teto</a:t>
            </a:r>
            <a:r>
              <a:rPr lang="en-US" dirty="0" smtClean="0"/>
              <a:t>, boxes e </a:t>
            </a:r>
            <a:r>
              <a:rPr lang="en-US" dirty="0" err="1" smtClean="0"/>
              <a:t>público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mercadao_sp_02.jpg / vista superior: </a:t>
            </a:r>
            <a:r>
              <a:rPr lang="en-US" dirty="0" err="1" smtClean="0"/>
              <a:t>vitral</a:t>
            </a:r>
            <a:r>
              <a:rPr lang="en-US" dirty="0" smtClean="0"/>
              <a:t> e </a:t>
            </a:r>
            <a:r>
              <a:rPr lang="en-US" dirty="0" err="1" smtClean="0"/>
              <a:t>corredor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mercadao_sp_03.jpg / </a:t>
            </a:r>
            <a:r>
              <a:rPr lang="en-US" dirty="0" err="1" smtClean="0"/>
              <a:t>caixas</a:t>
            </a:r>
            <a:r>
              <a:rPr lang="en-US" dirty="0" smtClean="0"/>
              <a:t> e 3 </a:t>
            </a:r>
            <a:r>
              <a:rPr lang="en-US" dirty="0" err="1" smtClean="0"/>
              <a:t>sacos</a:t>
            </a:r>
            <a:r>
              <a:rPr lang="en-US" dirty="0" smtClean="0"/>
              <a:t> de </a:t>
            </a:r>
            <a:r>
              <a:rPr lang="en-US" dirty="0" err="1" smtClean="0"/>
              <a:t>laranjas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mercadao_sp_04.jpg / </a:t>
            </a:r>
            <a:r>
              <a:rPr lang="en-US" dirty="0" err="1" smtClean="0"/>
              <a:t>barris</a:t>
            </a:r>
            <a:r>
              <a:rPr lang="en-US" dirty="0" smtClean="0"/>
              <a:t> de </a:t>
            </a:r>
            <a:r>
              <a:rPr lang="en-US" dirty="0" err="1" smtClean="0"/>
              <a:t>grãos</a:t>
            </a:r>
            <a:r>
              <a:rPr lang="en-US" dirty="0" smtClean="0"/>
              <a:t> com </a:t>
            </a:r>
            <a:r>
              <a:rPr lang="en-US" dirty="0" err="1" smtClean="0"/>
              <a:t>peças</a:t>
            </a:r>
            <a:r>
              <a:rPr lang="en-US" dirty="0" smtClean="0"/>
              <a:t> de </a:t>
            </a:r>
            <a:r>
              <a:rPr lang="en-US" dirty="0" err="1" smtClean="0"/>
              <a:t>bacalhau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fundo</a:t>
            </a:r>
            <a:r>
              <a:rPr lang="en-US" dirty="0" smtClean="0"/>
              <a:t>;</a:t>
            </a:r>
          </a:p>
          <a:p>
            <a:r>
              <a:rPr lang="en-US" dirty="0" smtClean="0"/>
              <a:t>Salve o </a:t>
            </a:r>
            <a:r>
              <a:rPr lang="en-US" dirty="0" err="1" smtClean="0"/>
              <a:t>arquivo</a:t>
            </a:r>
            <a:r>
              <a:rPr lang="en-US" dirty="0" smtClean="0"/>
              <a:t> e </a:t>
            </a:r>
            <a:r>
              <a:rPr lang="en-US" dirty="0" err="1" smtClean="0"/>
              <a:t>teste</a:t>
            </a:r>
            <a:r>
              <a:rPr lang="en-US" dirty="0" smtClean="0"/>
              <a:t> no </a:t>
            </a:r>
            <a:r>
              <a:rPr lang="en-US" dirty="0" err="1" smtClean="0"/>
              <a:t>navegador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4750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Praticando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Abrir</a:t>
            </a:r>
            <a:r>
              <a:rPr lang="en-US" dirty="0" smtClean="0"/>
              <a:t> o </a:t>
            </a:r>
            <a:r>
              <a:rPr lang="en-US" dirty="0" err="1" smtClean="0"/>
              <a:t>arquivo</a:t>
            </a:r>
            <a:r>
              <a:rPr lang="en-US" dirty="0" smtClean="0"/>
              <a:t> “index.html” </a:t>
            </a:r>
            <a:r>
              <a:rPr lang="en-US" dirty="0" err="1" smtClean="0"/>
              <a:t>na</a:t>
            </a:r>
            <a:r>
              <a:rPr lang="en-US" dirty="0" smtClean="0"/>
              <a:t> pasta </a:t>
            </a:r>
            <a:r>
              <a:rPr lang="en-US" dirty="0" err="1" smtClean="0"/>
              <a:t>mercado_sp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Digite</a:t>
            </a:r>
            <a:r>
              <a:rPr lang="en-US" dirty="0" smtClean="0"/>
              <a:t> </a:t>
            </a:r>
            <a:r>
              <a:rPr lang="en-US" dirty="0" err="1" smtClean="0"/>
              <a:t>após</a:t>
            </a:r>
            <a:r>
              <a:rPr lang="en-US" dirty="0" smtClean="0"/>
              <a:t> as </a:t>
            </a:r>
            <a:r>
              <a:rPr lang="en-US" dirty="0" err="1" smtClean="0"/>
              <a:t>imagens</a:t>
            </a:r>
            <a:r>
              <a:rPr lang="en-US" dirty="0" smtClean="0"/>
              <a:t> as </a:t>
            </a:r>
            <a:r>
              <a:rPr lang="en-US" dirty="0" err="1" smtClean="0"/>
              <a:t>seguintes</a:t>
            </a:r>
            <a:r>
              <a:rPr lang="en-US" dirty="0" smtClean="0"/>
              <a:t> </a:t>
            </a:r>
            <a:r>
              <a:rPr lang="en-US" dirty="0" err="1" smtClean="0"/>
              <a:t>linhas</a:t>
            </a:r>
            <a:r>
              <a:rPr lang="en-US" dirty="0" smtClean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&lt;p&gt;</a:t>
            </a:r>
            <a:r>
              <a:rPr lang="en-US" dirty="0" err="1" smtClean="0"/>
              <a:t>Conheça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a </a:t>
            </a:r>
            <a:r>
              <a:rPr lang="en-US" dirty="0" err="1" smtClean="0"/>
              <a:t>cidade</a:t>
            </a:r>
            <a:r>
              <a:rPr lang="en-US" dirty="0" smtClean="0"/>
              <a:t> de São Paulo (www.capital.sp.gov.br)&lt;/p&gt;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&lt;p&gt;</a:t>
            </a:r>
            <a:r>
              <a:rPr lang="en-US" dirty="0" err="1" smtClean="0"/>
              <a:t>Envie</a:t>
            </a:r>
            <a:r>
              <a:rPr lang="en-US" dirty="0" smtClean="0"/>
              <a:t>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mensagem</a:t>
            </a:r>
            <a:r>
              <a:rPr lang="en-US" dirty="0" smtClean="0"/>
              <a:t> (</a:t>
            </a:r>
            <a:r>
              <a:rPr lang="en-US" dirty="0" err="1" smtClean="0"/>
              <a:t>seu</a:t>
            </a:r>
            <a:r>
              <a:rPr lang="en-US" dirty="0" smtClean="0"/>
              <a:t> email@email.com)&lt;/p&gt;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&lt;p&gt;</a:t>
            </a:r>
            <a:r>
              <a:rPr lang="en-US" dirty="0" err="1" smtClean="0"/>
              <a:t>Créditos</a:t>
            </a:r>
            <a:r>
              <a:rPr lang="en-US" dirty="0" smtClean="0"/>
              <a:t>&lt;/p&gt;</a:t>
            </a:r>
          </a:p>
          <a:p>
            <a:r>
              <a:rPr lang="en-US" dirty="0" err="1" smtClean="0"/>
              <a:t>Coloque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links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http://www.capital.sp.gov.br/portalpmsp/home.jsp / </a:t>
            </a:r>
            <a:r>
              <a:rPr lang="en-US" dirty="0" smtClean="0">
                <a:solidFill>
                  <a:srgbClr val="FF0000"/>
                </a:solidFill>
              </a:rPr>
              <a:t>_blank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mailto:seu email@email.com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creditos.html / </a:t>
            </a:r>
            <a:r>
              <a:rPr lang="en-US" dirty="0" smtClean="0">
                <a:solidFill>
                  <a:srgbClr val="FF0000"/>
                </a:solidFill>
              </a:rPr>
              <a:t>_self</a:t>
            </a:r>
          </a:p>
          <a:p>
            <a:r>
              <a:rPr lang="en-US" dirty="0" err="1" smtClean="0"/>
              <a:t>Coloque</a:t>
            </a:r>
            <a:r>
              <a:rPr lang="en-US" dirty="0" smtClean="0"/>
              <a:t> as </a:t>
            </a:r>
            <a:r>
              <a:rPr lang="en-US" dirty="0" err="1" smtClean="0"/>
              <a:t>seguintes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r>
              <a:rPr lang="en-US" dirty="0" smtClean="0"/>
              <a:t> </a:t>
            </a:r>
            <a:r>
              <a:rPr lang="en-US" dirty="0" err="1" smtClean="0"/>
              <a:t>miniaturas</a:t>
            </a:r>
            <a:r>
              <a:rPr lang="en-US" dirty="0" smtClean="0"/>
              <a:t> com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</a:t>
            </a:r>
            <a:r>
              <a:rPr lang="en-US" dirty="0" err="1" smtClean="0"/>
              <a:t>alternativos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tag “body” antes das </a:t>
            </a:r>
            <a:r>
              <a:rPr lang="en-US" dirty="0" err="1" smtClean="0"/>
              <a:t>imagens</a:t>
            </a:r>
            <a:r>
              <a:rPr lang="en-US" dirty="0" smtClean="0"/>
              <a:t> </a:t>
            </a:r>
            <a:r>
              <a:rPr lang="en-US" dirty="0" err="1" smtClean="0"/>
              <a:t>já</a:t>
            </a:r>
            <a:r>
              <a:rPr lang="en-US" dirty="0" smtClean="0"/>
              <a:t> </a:t>
            </a:r>
            <a:r>
              <a:rPr lang="en-US" dirty="0" err="1" smtClean="0"/>
              <a:t>incluídas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mercadao_sp_01_p.jpg / arcos do </a:t>
            </a:r>
            <a:r>
              <a:rPr lang="en-US" dirty="0" err="1" smtClean="0"/>
              <a:t>teto</a:t>
            </a:r>
            <a:r>
              <a:rPr lang="en-US" dirty="0" smtClean="0"/>
              <a:t>, boxes e </a:t>
            </a:r>
            <a:r>
              <a:rPr lang="en-US" dirty="0" err="1" smtClean="0"/>
              <a:t>público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mercadao_sp_02_p.jpg / vista superior: </a:t>
            </a:r>
            <a:r>
              <a:rPr lang="en-US" dirty="0" err="1" smtClean="0"/>
              <a:t>vitral</a:t>
            </a:r>
            <a:r>
              <a:rPr lang="en-US" dirty="0" smtClean="0"/>
              <a:t> e </a:t>
            </a:r>
            <a:r>
              <a:rPr lang="en-US" dirty="0" err="1" smtClean="0"/>
              <a:t>corredor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mercadao_sp_03_p.jpg / </a:t>
            </a:r>
            <a:r>
              <a:rPr lang="en-US" dirty="0" err="1" smtClean="0"/>
              <a:t>caixas</a:t>
            </a:r>
            <a:r>
              <a:rPr lang="en-US" dirty="0" smtClean="0"/>
              <a:t> e 3 </a:t>
            </a:r>
            <a:r>
              <a:rPr lang="en-US" dirty="0" err="1" smtClean="0"/>
              <a:t>sacos</a:t>
            </a:r>
            <a:r>
              <a:rPr lang="en-US" dirty="0" smtClean="0"/>
              <a:t> de </a:t>
            </a:r>
            <a:r>
              <a:rPr lang="en-US" dirty="0" err="1" smtClean="0"/>
              <a:t>laranjas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mercadao_sp_04_p.jpg / </a:t>
            </a:r>
            <a:r>
              <a:rPr lang="en-US" dirty="0" err="1" smtClean="0"/>
              <a:t>barris</a:t>
            </a:r>
            <a:r>
              <a:rPr lang="en-US" dirty="0" smtClean="0"/>
              <a:t> de </a:t>
            </a:r>
            <a:r>
              <a:rPr lang="en-US" dirty="0" err="1" smtClean="0"/>
              <a:t>grãos</a:t>
            </a:r>
            <a:r>
              <a:rPr lang="en-US" dirty="0" smtClean="0"/>
              <a:t> com </a:t>
            </a:r>
            <a:r>
              <a:rPr lang="en-US" dirty="0" err="1" smtClean="0"/>
              <a:t>peças</a:t>
            </a:r>
            <a:r>
              <a:rPr lang="en-US" dirty="0" smtClean="0"/>
              <a:t> de </a:t>
            </a:r>
            <a:r>
              <a:rPr lang="en-US" dirty="0" err="1" smtClean="0"/>
              <a:t>bacalhau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fundo</a:t>
            </a:r>
            <a:r>
              <a:rPr lang="en-US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12188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Praticando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Criar</a:t>
            </a:r>
            <a:r>
              <a:rPr lang="en-US" dirty="0" smtClean="0"/>
              <a:t> </a:t>
            </a:r>
            <a:r>
              <a:rPr lang="en-US" dirty="0" err="1" smtClean="0"/>
              <a:t>âncora</a:t>
            </a:r>
            <a:r>
              <a:rPr lang="en-US" dirty="0" smtClean="0"/>
              <a:t> de </a:t>
            </a:r>
            <a:r>
              <a:rPr lang="en-US" dirty="0" err="1" smtClean="0"/>
              <a:t>destino</a:t>
            </a:r>
            <a:r>
              <a:rPr lang="en-US" dirty="0" smtClean="0"/>
              <a:t> do link e </a:t>
            </a:r>
            <a:r>
              <a:rPr lang="en-US" dirty="0" err="1" smtClean="0"/>
              <a:t>coloque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 </a:t>
            </a:r>
            <a:r>
              <a:rPr lang="en-US" dirty="0" err="1" smtClean="0"/>
              <a:t>abaixo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/>
              <a:t>&lt;p&gt;&lt;a name=“mercadao01”&gt;&lt;/a&gt;&lt;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=“mercadao_sp_01.jpg” alt=“arcos do </a:t>
            </a:r>
            <a:r>
              <a:rPr lang="en-US" dirty="0" err="1" smtClean="0"/>
              <a:t>teto</a:t>
            </a:r>
            <a:r>
              <a:rPr lang="en-US" dirty="0" smtClean="0"/>
              <a:t>, boxes e </a:t>
            </a:r>
            <a:r>
              <a:rPr lang="en-US" dirty="0" err="1" smtClean="0"/>
              <a:t>público</a:t>
            </a:r>
            <a:r>
              <a:rPr lang="en-US" dirty="0" smtClean="0"/>
              <a:t>”/&gt;&lt;/p&gt;</a:t>
            </a:r>
          </a:p>
          <a:p>
            <a:r>
              <a:rPr lang="en-US" dirty="0" err="1" smtClean="0"/>
              <a:t>Crie</a:t>
            </a:r>
            <a:r>
              <a:rPr lang="en-US" dirty="0" smtClean="0"/>
              <a:t> o link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irá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o </a:t>
            </a:r>
            <a:r>
              <a:rPr lang="en-US" dirty="0" err="1" smtClean="0"/>
              <a:t>ponto</a:t>
            </a:r>
            <a:r>
              <a:rPr lang="en-US" dirty="0" smtClean="0"/>
              <a:t> de </a:t>
            </a:r>
            <a:r>
              <a:rPr lang="en-US" dirty="0" err="1" smtClean="0"/>
              <a:t>destino</a:t>
            </a:r>
            <a:r>
              <a:rPr lang="en-US" dirty="0" smtClean="0"/>
              <a:t>,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imagem</a:t>
            </a:r>
            <a:r>
              <a:rPr lang="en-US" dirty="0" smtClean="0"/>
              <a:t> </a:t>
            </a:r>
            <a:r>
              <a:rPr lang="en-US" dirty="0" err="1" smtClean="0"/>
              <a:t>miniatura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 </a:t>
            </a:r>
            <a:r>
              <a:rPr lang="en-US" dirty="0" err="1" smtClean="0"/>
              <a:t>abaixo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/>
              <a:t>&lt;a </a:t>
            </a:r>
            <a:r>
              <a:rPr lang="en-US" dirty="0" err="1" smtClean="0"/>
              <a:t>href</a:t>
            </a:r>
            <a:r>
              <a:rPr lang="en-US" dirty="0" smtClean="0"/>
              <a:t>=“#mercadao01” alt=“_self”&gt;&lt;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=“mercadao_sp_01_p.jpg” alt=“arcos do </a:t>
            </a:r>
            <a:r>
              <a:rPr lang="en-US" dirty="0" err="1" smtClean="0"/>
              <a:t>teto</a:t>
            </a:r>
            <a:r>
              <a:rPr lang="en-US" dirty="0" smtClean="0"/>
              <a:t>, boxes e </a:t>
            </a:r>
            <a:r>
              <a:rPr lang="en-US" dirty="0" err="1" smtClean="0"/>
              <a:t>público</a:t>
            </a:r>
            <a:r>
              <a:rPr lang="en-US" dirty="0" smtClean="0"/>
              <a:t>” /&gt;&lt;/a&gt;</a:t>
            </a:r>
          </a:p>
          <a:p>
            <a:r>
              <a:rPr lang="en-US" dirty="0" err="1" smtClean="0"/>
              <a:t>Criar</a:t>
            </a:r>
            <a:r>
              <a:rPr lang="en-US" dirty="0" smtClean="0"/>
              <a:t> um link </a:t>
            </a:r>
            <a:r>
              <a:rPr lang="en-US" dirty="0" err="1" smtClean="0"/>
              <a:t>para</a:t>
            </a:r>
            <a:r>
              <a:rPr lang="en-US" dirty="0" smtClean="0"/>
              <a:t> o </a:t>
            </a:r>
            <a:r>
              <a:rPr lang="en-US" dirty="0" err="1" smtClean="0"/>
              <a:t>topo</a:t>
            </a:r>
            <a:r>
              <a:rPr lang="en-US" dirty="0" smtClean="0"/>
              <a:t>, é </a:t>
            </a:r>
            <a:r>
              <a:rPr lang="en-US" dirty="0" err="1" smtClean="0"/>
              <a:t>necessário</a:t>
            </a:r>
            <a:r>
              <a:rPr lang="en-US" dirty="0" smtClean="0"/>
              <a:t> </a:t>
            </a:r>
            <a:r>
              <a:rPr lang="en-US" dirty="0" err="1" smtClean="0"/>
              <a:t>criar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única</a:t>
            </a:r>
            <a:r>
              <a:rPr lang="en-US" dirty="0" smtClean="0"/>
              <a:t> </a:t>
            </a:r>
            <a:r>
              <a:rPr lang="en-US" dirty="0" err="1" smtClean="0"/>
              <a:t>âncora</a:t>
            </a:r>
            <a:r>
              <a:rPr lang="en-US" dirty="0" smtClean="0"/>
              <a:t> e </a:t>
            </a:r>
            <a:r>
              <a:rPr lang="en-US" dirty="0" err="1" smtClean="0"/>
              <a:t>depois</a:t>
            </a:r>
            <a:r>
              <a:rPr lang="en-US" dirty="0" smtClean="0"/>
              <a:t> </a:t>
            </a:r>
            <a:r>
              <a:rPr lang="en-US" dirty="0" err="1" smtClean="0"/>
              <a:t>ligar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pontos</a:t>
            </a:r>
            <a:r>
              <a:rPr lang="en-US" dirty="0" smtClean="0"/>
              <a:t> a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âncora</a:t>
            </a:r>
            <a:r>
              <a:rPr lang="en-US" dirty="0" smtClean="0"/>
              <a:t>.</a:t>
            </a:r>
          </a:p>
          <a:p>
            <a:pPr lvl="1">
              <a:buNone/>
            </a:pPr>
            <a:r>
              <a:rPr lang="en-US" dirty="0" smtClean="0"/>
              <a:t>&lt;h1&gt;&lt;a name=“</a:t>
            </a:r>
            <a:r>
              <a:rPr lang="en-US" dirty="0" err="1" smtClean="0"/>
              <a:t>topo</a:t>
            </a:r>
            <a:r>
              <a:rPr lang="en-US" dirty="0" smtClean="0"/>
              <a:t>”&gt;&lt;/a&gt;Mercado Municipal&lt;/h1&gt;</a:t>
            </a:r>
          </a:p>
          <a:p>
            <a:r>
              <a:rPr lang="en-US" dirty="0" err="1" smtClean="0"/>
              <a:t>Icluir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imagem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fará</a:t>
            </a:r>
            <a:r>
              <a:rPr lang="en-US" dirty="0" smtClean="0"/>
              <a:t> o </a:t>
            </a:r>
            <a:r>
              <a:rPr lang="en-US" dirty="0" err="1" smtClean="0"/>
              <a:t>retorno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página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navegação</a:t>
            </a:r>
            <a:r>
              <a:rPr lang="en-US" dirty="0" smtClean="0"/>
              <a:t> vertical.</a:t>
            </a:r>
          </a:p>
          <a:p>
            <a:pPr lvl="1">
              <a:buNone/>
            </a:pPr>
            <a:r>
              <a:rPr lang="en-US" dirty="0" smtClean="0"/>
              <a:t>&lt;p&gt;&lt;a name=“mercadao01”&gt;&lt;/a&gt;&lt;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=“mercadao_sp_01.jpg” alt=“arcos do </a:t>
            </a:r>
            <a:r>
              <a:rPr lang="en-US" dirty="0" err="1" smtClean="0"/>
              <a:t>teto</a:t>
            </a:r>
            <a:r>
              <a:rPr lang="en-US" dirty="0" smtClean="0"/>
              <a:t>, boxes e </a:t>
            </a:r>
            <a:r>
              <a:rPr lang="en-US" dirty="0" err="1" smtClean="0"/>
              <a:t>público</a:t>
            </a:r>
            <a:r>
              <a:rPr lang="en-US" dirty="0" smtClean="0"/>
              <a:t>” /&gt;&lt;/p&gt;</a:t>
            </a:r>
          </a:p>
          <a:p>
            <a:pPr lvl="1">
              <a:buNone/>
            </a:pPr>
            <a:r>
              <a:rPr lang="en-US" dirty="0" smtClean="0"/>
              <a:t>&lt;p&gt;&lt;a </a:t>
            </a:r>
            <a:r>
              <a:rPr lang="en-US" dirty="0" err="1" smtClean="0"/>
              <a:t>href</a:t>
            </a:r>
            <a:r>
              <a:rPr lang="en-US" dirty="0" smtClean="0"/>
              <a:t>=“#</a:t>
            </a:r>
            <a:r>
              <a:rPr lang="en-US" dirty="0" err="1" smtClean="0"/>
              <a:t>topo</a:t>
            </a:r>
            <a:r>
              <a:rPr lang="en-US" dirty="0" smtClean="0"/>
              <a:t>” alt=“_self”&gt;&lt;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=“sobe.jpg” alt=“</a:t>
            </a:r>
            <a:r>
              <a:rPr lang="en-US" dirty="0" err="1" smtClean="0"/>
              <a:t>voltar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topo</a:t>
            </a:r>
            <a:r>
              <a:rPr lang="en-US" dirty="0" smtClean="0"/>
              <a:t>” /&gt;&lt;/a&gt;&lt;/p&gt;</a:t>
            </a:r>
          </a:p>
          <a:p>
            <a:r>
              <a:rPr lang="en-US" dirty="0" err="1" smtClean="0"/>
              <a:t>Colocar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</a:t>
            </a:r>
            <a:r>
              <a:rPr lang="en-US" dirty="0" err="1" smtClean="0"/>
              <a:t>imagens</a:t>
            </a:r>
            <a:r>
              <a:rPr lang="en-US" dirty="0" smtClean="0"/>
              <a:t>, </a:t>
            </a:r>
            <a:r>
              <a:rPr lang="en-US" dirty="0" err="1" smtClean="0"/>
              <a:t>salvar</a:t>
            </a:r>
            <a:r>
              <a:rPr lang="en-US" dirty="0" smtClean="0"/>
              <a:t> e </a:t>
            </a:r>
            <a:r>
              <a:rPr lang="en-US" dirty="0" err="1" smtClean="0"/>
              <a:t>teste</a:t>
            </a:r>
            <a:r>
              <a:rPr lang="en-US" dirty="0" smtClean="0"/>
              <a:t> no </a:t>
            </a:r>
            <a:r>
              <a:rPr lang="en-US" dirty="0" err="1" smtClean="0"/>
              <a:t>navegador</a:t>
            </a:r>
            <a:r>
              <a:rPr lang="en-US" dirty="0" smtClean="0"/>
              <a:t>.</a:t>
            </a:r>
          </a:p>
        </p:txBody>
      </p:sp>
      <p:sp>
        <p:nvSpPr>
          <p:cNvPr id="4" name="Chave esquerda 3"/>
          <p:cNvSpPr/>
          <p:nvPr/>
        </p:nvSpPr>
        <p:spPr>
          <a:xfrm>
            <a:off x="395536" y="1628800"/>
            <a:ext cx="216024" cy="388843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 rot="16200000">
            <a:off x="-1415187" y="3443612"/>
            <a:ext cx="341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Links </a:t>
            </a:r>
            <a:r>
              <a:rPr lang="en-US" dirty="0" err="1" smtClean="0"/>
              <a:t>tipo</a:t>
            </a:r>
            <a:r>
              <a:rPr lang="en-US" dirty="0" smtClean="0"/>
              <a:t> </a:t>
            </a:r>
            <a:r>
              <a:rPr lang="en-US" dirty="0" err="1" smtClean="0"/>
              <a:t>Âncora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Vertical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113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Exercícios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sz="3100" dirty="0" smtClean="0"/>
              <a:t>Pasta </a:t>
            </a:r>
            <a:r>
              <a:rPr lang="en-US" sz="3100" b="1" dirty="0" err="1" smtClean="0"/>
              <a:t>exercicios</a:t>
            </a:r>
            <a:r>
              <a:rPr lang="en-US" sz="3100" b="1" dirty="0" smtClean="0"/>
              <a:t> e </a:t>
            </a:r>
            <a:r>
              <a:rPr lang="en-US" sz="3100" b="1" dirty="0" err="1" smtClean="0"/>
              <a:t>receitas</a:t>
            </a:r>
            <a:endParaRPr lang="pt-BR" sz="31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10829" t="8299" r="24301" b="27162"/>
          <a:stretch/>
        </p:blipFill>
        <p:spPr bwMode="auto">
          <a:xfrm>
            <a:off x="2773008" y="1609055"/>
            <a:ext cx="5453103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179512" y="1609055"/>
            <a:ext cx="2144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Arquivo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cabecalho.html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Conector reto 6"/>
          <p:cNvCxnSpPr/>
          <p:nvPr/>
        </p:nvCxnSpPr>
        <p:spPr>
          <a:xfrm>
            <a:off x="2483768" y="1556792"/>
            <a:ext cx="1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51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Exercícios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sz="3100" dirty="0" smtClean="0"/>
              <a:t>Pasta </a:t>
            </a:r>
            <a:r>
              <a:rPr lang="en-US" sz="3100" b="1" dirty="0" err="1" smtClean="0"/>
              <a:t>exercicios</a:t>
            </a:r>
            <a:r>
              <a:rPr lang="en-US" sz="3100" b="1" dirty="0" smtClean="0"/>
              <a:t> e </a:t>
            </a:r>
            <a:r>
              <a:rPr lang="en-US" sz="3100" b="1" dirty="0" err="1" smtClean="0"/>
              <a:t>receitas</a:t>
            </a:r>
            <a:endParaRPr lang="pt-BR" sz="3100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10491" t="7885" r="24368" b="43439"/>
          <a:stretch/>
        </p:blipFill>
        <p:spPr bwMode="auto">
          <a:xfrm>
            <a:off x="2710360" y="1633781"/>
            <a:ext cx="5894088" cy="3523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179512" y="1609055"/>
            <a:ext cx="2005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Arquivo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imagens.html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Conector reto 6"/>
          <p:cNvCxnSpPr/>
          <p:nvPr/>
        </p:nvCxnSpPr>
        <p:spPr>
          <a:xfrm>
            <a:off x="2483768" y="1556792"/>
            <a:ext cx="1" cy="3744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2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Exercícios</a:t>
            </a:r>
            <a:r>
              <a:rPr lang="en-US" dirty="0" smtClean="0"/>
              <a:t> </a:t>
            </a:r>
            <a:r>
              <a:rPr lang="en-US" dirty="0" smtClean="0"/>
              <a:t>- </a:t>
            </a:r>
            <a:r>
              <a:rPr lang="en-US" sz="3100" dirty="0" smtClean="0"/>
              <a:t>Pasta </a:t>
            </a:r>
            <a:r>
              <a:rPr lang="en-US" sz="3100" b="1" dirty="0" err="1" smtClean="0"/>
              <a:t>exercicios</a:t>
            </a:r>
            <a:r>
              <a:rPr lang="en-US" sz="3100" b="1" dirty="0" smtClean="0"/>
              <a:t> e </a:t>
            </a:r>
            <a:r>
              <a:rPr lang="en-US" sz="3100" b="1" dirty="0" err="1" smtClean="0"/>
              <a:t>receitas</a:t>
            </a:r>
            <a:endParaRPr lang="pt-BR" sz="31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10284" t="8716" r="24416" b="13507"/>
          <a:stretch/>
        </p:blipFill>
        <p:spPr bwMode="auto">
          <a:xfrm>
            <a:off x="2627784" y="1609055"/>
            <a:ext cx="5256584" cy="5008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179512" y="1609055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Arquivo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listas.html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Conector reto 5"/>
          <p:cNvCxnSpPr/>
          <p:nvPr/>
        </p:nvCxnSpPr>
        <p:spPr>
          <a:xfrm>
            <a:off x="2483768" y="1556792"/>
            <a:ext cx="1" cy="4752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3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Exercícios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sz="3100" dirty="0" smtClean="0"/>
              <a:t>Pasta </a:t>
            </a:r>
            <a:r>
              <a:rPr lang="en-US" sz="3100" b="1" dirty="0" err="1" smtClean="0"/>
              <a:t>exercicios</a:t>
            </a:r>
            <a:r>
              <a:rPr lang="en-US" sz="3100" b="1" dirty="0" smtClean="0"/>
              <a:t> e </a:t>
            </a:r>
            <a:r>
              <a:rPr lang="en-US" sz="3100" b="1" dirty="0" err="1" smtClean="0"/>
              <a:t>receitas</a:t>
            </a:r>
            <a:endParaRPr lang="pt-BR" sz="3100" b="1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10328" t="8497" r="45755" b="42772"/>
          <a:stretch/>
        </p:blipFill>
        <p:spPr bwMode="auto">
          <a:xfrm>
            <a:off x="3169179" y="1638894"/>
            <a:ext cx="4571173" cy="4057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179512" y="1609055"/>
            <a:ext cx="284565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Arquivo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links_I.html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Relação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de links</a:t>
            </a:r>
          </a:p>
          <a:p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Página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2</a:t>
            </a:r>
          </a:p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    link:links_2.html</a:t>
            </a:r>
          </a:p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    target: _self</a:t>
            </a:r>
          </a:p>
          <a:p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Senac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São  Paulo</a:t>
            </a:r>
          </a:p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    link: http://www.sp.senac.br</a:t>
            </a:r>
          </a:p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    target: _blank</a:t>
            </a:r>
          </a:p>
          <a:p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Mensagem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contato</a:t>
            </a: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    link: mailto: email@email.com</a:t>
            </a:r>
          </a:p>
        </p:txBody>
      </p:sp>
      <p:cxnSp>
        <p:nvCxnSpPr>
          <p:cNvPr id="6" name="Conector reto 5"/>
          <p:cNvCxnSpPr/>
          <p:nvPr/>
        </p:nvCxnSpPr>
        <p:spPr>
          <a:xfrm>
            <a:off x="2881147" y="1556792"/>
            <a:ext cx="1" cy="3744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97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Exercícios</a:t>
            </a:r>
            <a:r>
              <a:rPr lang="en-US"/>
              <a:t> </a:t>
            </a:r>
            <a:r>
              <a:rPr lang="en-US" smtClean="0"/>
              <a:t>- </a:t>
            </a:r>
            <a:r>
              <a:rPr lang="en-US" sz="3100" smtClean="0"/>
              <a:t>Pasta </a:t>
            </a:r>
            <a:r>
              <a:rPr lang="en-US" sz="3100" b="1" dirty="0" err="1" smtClean="0"/>
              <a:t>exercicios</a:t>
            </a:r>
            <a:r>
              <a:rPr lang="en-US" sz="3100" b="1" dirty="0" smtClean="0"/>
              <a:t> e </a:t>
            </a:r>
            <a:r>
              <a:rPr lang="en-US" sz="3100" b="1" dirty="0" err="1" smtClean="0"/>
              <a:t>receitas</a:t>
            </a:r>
            <a:endParaRPr lang="pt-BR" sz="3100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10738" t="9627" r="51633" b="22321"/>
          <a:stretch/>
        </p:blipFill>
        <p:spPr bwMode="auto">
          <a:xfrm>
            <a:off x="2789382" y="1517802"/>
            <a:ext cx="3366794" cy="4871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179512" y="1609055"/>
            <a:ext cx="2213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1400" dirty="0" err="1" smtClean="0">
                <a:latin typeface="Arial" pitchFamily="34" charset="0"/>
                <a:cs typeface="Arial" pitchFamily="34" charset="0"/>
              </a:rPr>
              <a:t>Arquivo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torta_limao.html</a:t>
            </a:r>
            <a:endParaRPr lang="pt-BR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Conector reto 6"/>
          <p:cNvCxnSpPr/>
          <p:nvPr/>
        </p:nvCxnSpPr>
        <p:spPr>
          <a:xfrm rot="5400000">
            <a:off x="-72516" y="4041068"/>
            <a:ext cx="5112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06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</TotalTime>
  <Words>1166</Words>
  <Application>Microsoft Macintosh PowerPoint</Application>
  <PresentationFormat>Apresentação na tela (4:3)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Calibri</vt:lpstr>
      <vt:lpstr>Calibri Light</vt:lpstr>
      <vt:lpstr>Consolas</vt:lpstr>
      <vt:lpstr>Courier New</vt:lpstr>
      <vt:lpstr>Arial</vt:lpstr>
      <vt:lpstr>Office Theme</vt:lpstr>
      <vt:lpstr>HTML5 e CSS</vt:lpstr>
      <vt:lpstr>Tags Básicos</vt:lpstr>
      <vt:lpstr>Lista Ordenada</vt:lpstr>
      <vt:lpstr>Lista Não Ordenada</vt:lpstr>
      <vt:lpstr>Listas</vt:lpstr>
      <vt:lpstr>Imagem</vt:lpstr>
      <vt:lpstr>Links</vt:lpstr>
      <vt:lpstr>Praticando</vt:lpstr>
      <vt:lpstr>Praticando</vt:lpstr>
      <vt:lpstr>Praticando</vt:lpstr>
      <vt:lpstr>Exercícios - Pasta exercicios e receitas</vt:lpstr>
      <vt:lpstr>Exercícios - Pasta exercicios e receitas</vt:lpstr>
      <vt:lpstr>Exercícios - Pasta exercicios e receitas</vt:lpstr>
      <vt:lpstr>Exercícios - Pasta exercicios e receitas</vt:lpstr>
      <vt:lpstr>Exercícios - Pasta exercicios e receitas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Linguagens para Web</dc:title>
  <dc:creator>K</dc:creator>
  <cp:lastModifiedBy>Daniel Kawasaki</cp:lastModifiedBy>
  <cp:revision>53</cp:revision>
  <dcterms:created xsi:type="dcterms:W3CDTF">2010-10-12T23:46:18Z</dcterms:created>
  <dcterms:modified xsi:type="dcterms:W3CDTF">2016-03-29T04:40:19Z</dcterms:modified>
</cp:coreProperties>
</file>