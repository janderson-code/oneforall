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81" r:id="rId3"/>
    <p:sldId id="257" r:id="rId4"/>
    <p:sldId id="278" r:id="rId5"/>
    <p:sldId id="258" r:id="rId6"/>
    <p:sldId id="259" r:id="rId7"/>
    <p:sldId id="260" r:id="rId8"/>
    <p:sldId id="262" r:id="rId9"/>
    <p:sldId id="279" r:id="rId10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50"/>
    <p:restoredTop sz="95439" autoAdjust="0"/>
  </p:normalViewPr>
  <p:slideViewPr>
    <p:cSldViewPr>
      <p:cViewPr>
        <p:scale>
          <a:sx n="68" d="100"/>
          <a:sy n="68" d="100"/>
        </p:scale>
        <p:origin x="2672" y="8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Clique para editar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56D1A-7BAE-447B-BF93-538498F528BA}" type="datetimeFigureOut">
              <a:rPr lang="pt-BR" smtClean="0"/>
              <a:pPr/>
              <a:t>31/03/16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2BF9-C2F7-4338-8089-CA54CDBCCF93}" type="slidenum">
              <a:rPr lang="pt-BR" smtClean="0"/>
              <a:pPr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6217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Clique para editar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Clique para editar os estilos de texto mestres</a:t>
            </a:r>
          </a:p>
          <a:p>
            <a:pPr lvl="1"/>
            <a:r>
              <a:rPr lang="en-US" smtClean="0"/>
              <a:t>Segundo nível</a:t>
            </a:r>
          </a:p>
          <a:p>
            <a:pPr lvl="2"/>
            <a:r>
              <a:rPr lang="en-US" smtClean="0"/>
              <a:t>Terceiro nível</a:t>
            </a:r>
          </a:p>
          <a:p>
            <a:pPr lvl="3"/>
            <a:r>
              <a:rPr lang="en-US" smtClean="0"/>
              <a:t>Quarto nível</a:t>
            </a:r>
          </a:p>
          <a:p>
            <a:pPr lvl="4"/>
            <a:r>
              <a:rPr lang="en-US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56D1A-7BAE-447B-BF93-538498F528BA}" type="datetimeFigureOut">
              <a:rPr lang="pt-BR" smtClean="0"/>
              <a:pPr/>
              <a:t>31/03/16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2BF9-C2F7-4338-8089-CA54CDBCCF93}" type="slidenum">
              <a:rPr lang="pt-BR" smtClean="0"/>
              <a:pPr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8248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Clique para editar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Clique para editar os estilos de texto mestres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56D1A-7BAE-447B-BF93-538498F528BA}" type="datetimeFigureOut">
              <a:rPr lang="pt-BR" smtClean="0"/>
              <a:pPr/>
              <a:t>31/03/16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2BF9-C2F7-4338-8089-CA54CDBCCF93}" type="slidenum">
              <a:rPr lang="pt-BR" smtClean="0"/>
              <a:pPr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2201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Clique para editar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Clique para editar os estilos de texto mestres</a:t>
            </a:r>
          </a:p>
          <a:p>
            <a:pPr lvl="1"/>
            <a:r>
              <a:rPr lang="en-US" smtClean="0"/>
              <a:t>Segundo nível</a:t>
            </a:r>
          </a:p>
          <a:p>
            <a:pPr lvl="2"/>
            <a:r>
              <a:rPr lang="en-US" smtClean="0"/>
              <a:t>Terceiro nível</a:t>
            </a:r>
          </a:p>
          <a:p>
            <a:pPr lvl="3"/>
            <a:r>
              <a:rPr lang="en-US" smtClean="0"/>
              <a:t>Quarto nível</a:t>
            </a:r>
          </a:p>
          <a:p>
            <a:pPr lvl="4"/>
            <a:r>
              <a:rPr lang="en-US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Clique para editar os estilos de texto mestres</a:t>
            </a:r>
          </a:p>
          <a:p>
            <a:pPr lvl="1"/>
            <a:r>
              <a:rPr lang="en-US" smtClean="0"/>
              <a:t>Segundo nível</a:t>
            </a:r>
          </a:p>
          <a:p>
            <a:pPr lvl="2"/>
            <a:r>
              <a:rPr lang="en-US" smtClean="0"/>
              <a:t>Terceiro nível</a:t>
            </a:r>
          </a:p>
          <a:p>
            <a:pPr lvl="3"/>
            <a:r>
              <a:rPr lang="en-US" smtClean="0"/>
              <a:t>Quarto nível</a:t>
            </a:r>
          </a:p>
          <a:p>
            <a:pPr lvl="4"/>
            <a:r>
              <a:rPr lang="en-US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56D1A-7BAE-447B-BF93-538498F528BA}" type="datetimeFigureOut">
              <a:rPr lang="pt-BR" smtClean="0"/>
              <a:pPr/>
              <a:t>31/03/16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2BF9-C2F7-4338-8089-CA54CDBCCF93}" type="slidenum">
              <a:rPr lang="pt-BR" smtClean="0"/>
              <a:pPr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4022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Clique para editar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Clique para editar os estilos de texto mestres</a:t>
            </a:r>
          </a:p>
          <a:p>
            <a:pPr lvl="1"/>
            <a:r>
              <a:rPr lang="en-US" smtClean="0"/>
              <a:t>Segundo nível</a:t>
            </a:r>
          </a:p>
          <a:p>
            <a:pPr lvl="2"/>
            <a:r>
              <a:rPr lang="en-US" smtClean="0"/>
              <a:t>Terceiro nível</a:t>
            </a:r>
          </a:p>
          <a:p>
            <a:pPr lvl="3"/>
            <a:r>
              <a:rPr lang="en-US" smtClean="0"/>
              <a:t>Quarto nível</a:t>
            </a:r>
          </a:p>
          <a:p>
            <a:pPr lvl="4"/>
            <a:r>
              <a:rPr lang="en-US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Clique para editar os estilos de texto mestres</a:t>
            </a:r>
          </a:p>
          <a:p>
            <a:pPr lvl="1"/>
            <a:r>
              <a:rPr lang="en-US" smtClean="0"/>
              <a:t>Segundo nível</a:t>
            </a:r>
          </a:p>
          <a:p>
            <a:pPr lvl="2"/>
            <a:r>
              <a:rPr lang="en-US" smtClean="0"/>
              <a:t>Terceiro nível</a:t>
            </a:r>
          </a:p>
          <a:p>
            <a:pPr lvl="3"/>
            <a:r>
              <a:rPr lang="en-US" smtClean="0"/>
              <a:t>Quarto nível</a:t>
            </a:r>
          </a:p>
          <a:p>
            <a:pPr lvl="4"/>
            <a:r>
              <a:rPr lang="en-US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56D1A-7BAE-447B-BF93-538498F528BA}" type="datetimeFigureOut">
              <a:rPr lang="pt-BR" smtClean="0"/>
              <a:pPr/>
              <a:t>31/03/16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2BF9-C2F7-4338-8089-CA54CDBCCF93}" type="slidenum">
              <a:rPr lang="pt-BR" smtClean="0"/>
              <a:pPr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2835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Clique para editar estilo do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56D1A-7BAE-447B-BF93-538498F528BA}" type="datetimeFigureOut">
              <a:rPr lang="pt-BR" smtClean="0"/>
              <a:pPr/>
              <a:t>31/03/16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2BF9-C2F7-4338-8089-CA54CDBCCF93}" type="slidenum">
              <a:rPr lang="pt-BR" smtClean="0"/>
              <a:pPr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0249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56D1A-7BAE-447B-BF93-538498F528BA}" type="datetimeFigureOut">
              <a:rPr lang="pt-BR" smtClean="0"/>
              <a:pPr/>
              <a:t>31/03/16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2BF9-C2F7-4338-8089-CA54CDBCCF93}" type="slidenum">
              <a:rPr lang="pt-BR" smtClean="0"/>
              <a:pPr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5950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Clique para editar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Clique para editar os estilos de texto mestres</a:t>
            </a:r>
          </a:p>
          <a:p>
            <a:pPr lvl="1"/>
            <a:r>
              <a:rPr lang="en-US" smtClean="0"/>
              <a:t>Segundo nível</a:t>
            </a:r>
          </a:p>
          <a:p>
            <a:pPr lvl="2"/>
            <a:r>
              <a:rPr lang="en-US" smtClean="0"/>
              <a:t>Terceiro nível</a:t>
            </a:r>
          </a:p>
          <a:p>
            <a:pPr lvl="3"/>
            <a:r>
              <a:rPr lang="en-US" smtClean="0"/>
              <a:t>Quarto nível</a:t>
            </a:r>
          </a:p>
          <a:p>
            <a:pPr lvl="4"/>
            <a:r>
              <a:rPr lang="en-US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56D1A-7BAE-447B-BF93-538498F528BA}" type="datetimeFigureOut">
              <a:rPr lang="pt-BR" smtClean="0"/>
              <a:pPr/>
              <a:t>31/03/16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2BF9-C2F7-4338-8089-CA54CDBCCF93}" type="slidenum">
              <a:rPr lang="pt-BR" smtClean="0"/>
              <a:pPr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2216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Clique para editar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56D1A-7BAE-447B-BF93-538498F528BA}" type="datetimeFigureOut">
              <a:rPr lang="pt-BR" smtClean="0"/>
              <a:pPr/>
              <a:t>31/03/16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2BF9-C2F7-4338-8089-CA54CDBCCF93}" type="slidenum">
              <a:rPr lang="pt-BR" smtClean="0"/>
              <a:pPr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7405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Clique para editar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Clique para editar os estilos de texto mestres</a:t>
            </a:r>
          </a:p>
          <a:p>
            <a:pPr lvl="1"/>
            <a:r>
              <a:rPr lang="en-US" smtClean="0"/>
              <a:t>Segundo nível</a:t>
            </a:r>
          </a:p>
          <a:p>
            <a:pPr lvl="2"/>
            <a:r>
              <a:rPr lang="en-US" smtClean="0"/>
              <a:t>Terceiro nível</a:t>
            </a:r>
          </a:p>
          <a:p>
            <a:pPr lvl="3"/>
            <a:r>
              <a:rPr lang="en-US" smtClean="0"/>
              <a:t>Quarto nível</a:t>
            </a:r>
          </a:p>
          <a:p>
            <a:pPr lvl="4"/>
            <a:r>
              <a:rPr lang="en-US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56D1A-7BAE-447B-BF93-538498F528BA}" type="datetimeFigureOut">
              <a:rPr lang="pt-BR" smtClean="0"/>
              <a:pPr/>
              <a:t>31/03/16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2BF9-C2F7-4338-8089-CA54CDBCCF93}" type="slidenum">
              <a:rPr lang="pt-BR" smtClean="0"/>
              <a:pPr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7513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Clique para editar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Clique para editar os estilos de texto mestres</a:t>
            </a:r>
          </a:p>
          <a:p>
            <a:pPr lvl="1"/>
            <a:r>
              <a:rPr lang="en-US" smtClean="0"/>
              <a:t>Segundo nível</a:t>
            </a:r>
          </a:p>
          <a:p>
            <a:pPr lvl="2"/>
            <a:r>
              <a:rPr lang="en-US" smtClean="0"/>
              <a:t>Terceiro nível</a:t>
            </a:r>
          </a:p>
          <a:p>
            <a:pPr lvl="3"/>
            <a:r>
              <a:rPr lang="en-US" smtClean="0"/>
              <a:t>Quarto nível</a:t>
            </a:r>
          </a:p>
          <a:p>
            <a:pPr lvl="4"/>
            <a:r>
              <a:rPr lang="en-US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56D1A-7BAE-447B-BF93-538498F528BA}" type="datetimeFigureOut">
              <a:rPr lang="pt-BR" smtClean="0"/>
              <a:pPr/>
              <a:t>31/03/16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2BF9-C2F7-4338-8089-CA54CDBCCF93}" type="slidenum">
              <a:rPr lang="pt-BR" smtClean="0"/>
              <a:pPr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4662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Clique para editar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Clique para editar os estilos de texto mestres</a:t>
            </a:r>
          </a:p>
          <a:p>
            <a:pPr lvl="1"/>
            <a:r>
              <a:rPr lang="en-US" smtClean="0"/>
              <a:t>Segundo nível</a:t>
            </a:r>
          </a:p>
          <a:p>
            <a:pPr lvl="2"/>
            <a:r>
              <a:rPr lang="en-US" smtClean="0"/>
              <a:t>Terceiro nível</a:t>
            </a:r>
          </a:p>
          <a:p>
            <a:pPr lvl="3"/>
            <a:r>
              <a:rPr lang="en-US" smtClean="0"/>
              <a:t>Quarto nível</a:t>
            </a:r>
          </a:p>
          <a:p>
            <a:pPr lvl="4"/>
            <a:r>
              <a:rPr lang="en-US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56D1A-7BAE-447B-BF93-538498F528BA}" type="datetimeFigureOut">
              <a:rPr lang="pt-BR" smtClean="0"/>
              <a:pPr/>
              <a:t>31/03/16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1E2BF9-C2F7-4338-8089-CA54CDBCCF93}" type="slidenum">
              <a:rPr lang="pt-BR" smtClean="0"/>
              <a:pPr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673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HTML5 e CSS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Daniel Kawasaki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Tabelas</a:t>
            </a:r>
            <a:endParaRPr lang="pt-BR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216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Tabelas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Tabelas</a:t>
            </a:r>
            <a:endParaRPr lang="en-US" dirty="0" smtClean="0"/>
          </a:p>
          <a:p>
            <a:pPr lvl="1">
              <a:buNone/>
            </a:pPr>
            <a:r>
              <a:rPr lang="en-US" dirty="0" err="1" smtClean="0"/>
              <a:t>Tabela</a:t>
            </a:r>
            <a:r>
              <a:rPr lang="en-US" dirty="0" smtClean="0"/>
              <a:t>: &lt;table&gt;</a:t>
            </a:r>
            <a:r>
              <a:rPr lang="en-US" u="sng" dirty="0" err="1" smtClean="0">
                <a:solidFill>
                  <a:srgbClr val="FF0000"/>
                </a:solidFill>
              </a:rPr>
              <a:t>conteúdo</a:t>
            </a:r>
            <a:r>
              <a:rPr lang="en-US" u="sng" dirty="0" smtClean="0">
                <a:solidFill>
                  <a:srgbClr val="FF0000"/>
                </a:solidFill>
              </a:rPr>
              <a:t> </a:t>
            </a:r>
            <a:r>
              <a:rPr lang="en-US" u="sng" dirty="0" err="1" smtClean="0">
                <a:solidFill>
                  <a:srgbClr val="FF0000"/>
                </a:solidFill>
              </a:rPr>
              <a:t>da</a:t>
            </a:r>
            <a:r>
              <a:rPr lang="en-US" u="sng" dirty="0" smtClean="0">
                <a:solidFill>
                  <a:srgbClr val="FF0000"/>
                </a:solidFill>
              </a:rPr>
              <a:t> table</a:t>
            </a:r>
            <a:r>
              <a:rPr lang="en-US" dirty="0" smtClean="0"/>
              <a:t>&lt;/table&gt;</a:t>
            </a:r>
          </a:p>
          <a:p>
            <a:pPr lvl="1">
              <a:buNone/>
            </a:pPr>
            <a:r>
              <a:rPr lang="en-US" dirty="0" err="1" smtClean="0"/>
              <a:t>Linha</a:t>
            </a:r>
            <a:r>
              <a:rPr lang="en-US" dirty="0" smtClean="0"/>
              <a:t> </a:t>
            </a:r>
            <a:r>
              <a:rPr lang="en-US" dirty="0" err="1" smtClean="0"/>
              <a:t>da</a:t>
            </a:r>
            <a:r>
              <a:rPr lang="en-US" dirty="0" smtClean="0"/>
              <a:t> </a:t>
            </a:r>
            <a:r>
              <a:rPr lang="en-US" dirty="0" err="1" smtClean="0"/>
              <a:t>tabela</a:t>
            </a:r>
            <a:r>
              <a:rPr lang="en-US" dirty="0" smtClean="0"/>
              <a:t> – Table Row: &lt;</a:t>
            </a:r>
            <a:r>
              <a:rPr lang="en-US" dirty="0" err="1" smtClean="0"/>
              <a:t>tr</a:t>
            </a:r>
            <a:r>
              <a:rPr lang="en-US" dirty="0" smtClean="0"/>
              <a:t>&gt; &lt;/</a:t>
            </a:r>
            <a:r>
              <a:rPr lang="en-US" dirty="0" err="1" smtClean="0"/>
              <a:t>tr</a:t>
            </a:r>
            <a:r>
              <a:rPr lang="en-US" dirty="0" smtClean="0"/>
              <a:t>&gt;</a:t>
            </a:r>
          </a:p>
          <a:p>
            <a:pPr lvl="1">
              <a:buNone/>
            </a:pPr>
            <a:r>
              <a:rPr lang="en-US" dirty="0" err="1" smtClean="0"/>
              <a:t>Cabeçalho</a:t>
            </a:r>
            <a:r>
              <a:rPr lang="en-US" dirty="0" smtClean="0"/>
              <a:t> - Table Heading: &lt;</a:t>
            </a:r>
            <a:r>
              <a:rPr lang="en-US" dirty="0" err="1" smtClean="0"/>
              <a:t>th</a:t>
            </a:r>
            <a:r>
              <a:rPr lang="en-US" dirty="0" smtClean="0"/>
              <a:t>&gt; &lt;/</a:t>
            </a:r>
            <a:r>
              <a:rPr lang="en-US" dirty="0" err="1" smtClean="0"/>
              <a:t>th</a:t>
            </a:r>
            <a:r>
              <a:rPr lang="en-US" dirty="0" smtClean="0"/>
              <a:t>&gt;</a:t>
            </a:r>
          </a:p>
          <a:p>
            <a:pPr lvl="1">
              <a:buNone/>
            </a:pPr>
            <a:r>
              <a:rPr lang="en-US" dirty="0" smtClean="0"/>
              <a:t>Dados da </a:t>
            </a:r>
            <a:r>
              <a:rPr lang="en-US" dirty="0" err="1" smtClean="0"/>
              <a:t>Tabela</a:t>
            </a:r>
            <a:r>
              <a:rPr lang="en-US" dirty="0" smtClean="0"/>
              <a:t> - Table Data: &lt;td&gt; &lt;/td&gt;</a:t>
            </a:r>
          </a:p>
          <a:p>
            <a:pPr lvl="1">
              <a:buNone/>
            </a:pPr>
            <a:r>
              <a:rPr lang="en-US" dirty="0" err="1" smtClean="0"/>
              <a:t>Tamanho</a:t>
            </a:r>
            <a:r>
              <a:rPr lang="en-US" dirty="0" smtClean="0"/>
              <a:t> </a:t>
            </a:r>
            <a:r>
              <a:rPr lang="en-US" dirty="0" err="1" smtClean="0"/>
              <a:t>da</a:t>
            </a:r>
            <a:r>
              <a:rPr lang="en-US" dirty="0" smtClean="0"/>
              <a:t> </a:t>
            </a:r>
            <a:r>
              <a:rPr lang="en-US" dirty="0" err="1" smtClean="0"/>
              <a:t>Borda</a:t>
            </a:r>
            <a:r>
              <a:rPr lang="en-US" dirty="0" smtClean="0"/>
              <a:t>: border (ex.: &lt;table border=“1”&gt;)</a:t>
            </a:r>
          </a:p>
          <a:p>
            <a:pPr lvl="1">
              <a:buNone/>
            </a:pPr>
            <a:r>
              <a:rPr lang="en-US" dirty="0" err="1" smtClean="0"/>
              <a:t>Largura</a:t>
            </a:r>
            <a:r>
              <a:rPr lang="en-US" dirty="0" smtClean="0"/>
              <a:t> </a:t>
            </a:r>
            <a:r>
              <a:rPr lang="en-US" dirty="0" err="1" smtClean="0"/>
              <a:t>da</a:t>
            </a:r>
            <a:r>
              <a:rPr lang="en-US" dirty="0" smtClean="0"/>
              <a:t> </a:t>
            </a:r>
            <a:r>
              <a:rPr lang="en-US" dirty="0" err="1" smtClean="0"/>
              <a:t>Borda</a:t>
            </a:r>
            <a:r>
              <a:rPr lang="en-US" dirty="0" smtClean="0"/>
              <a:t>: width (ex.: &lt;table border=“1” width=“600”&gt;)</a:t>
            </a:r>
          </a:p>
          <a:p>
            <a:pPr lvl="1">
              <a:buNone/>
            </a:pPr>
            <a:r>
              <a:rPr lang="en-US" dirty="0" err="1" smtClean="0"/>
              <a:t>Mesclar</a:t>
            </a:r>
            <a:r>
              <a:rPr lang="en-US" dirty="0" smtClean="0"/>
              <a:t> </a:t>
            </a:r>
            <a:r>
              <a:rPr lang="en-US" dirty="0" err="1" smtClean="0"/>
              <a:t>células</a:t>
            </a:r>
            <a:r>
              <a:rPr lang="en-US" dirty="0" smtClean="0"/>
              <a:t>: </a:t>
            </a:r>
            <a:r>
              <a:rPr lang="en-US" dirty="0" err="1" smtClean="0"/>
              <a:t>colspan</a:t>
            </a:r>
            <a:r>
              <a:rPr lang="en-US" dirty="0" smtClean="0"/>
              <a:t> e </a:t>
            </a:r>
            <a:r>
              <a:rPr lang="en-US" dirty="0" err="1" smtClean="0"/>
              <a:t>rowspan</a:t>
            </a:r>
            <a:endParaRPr lang="en-US" dirty="0" smtClean="0"/>
          </a:p>
          <a:p>
            <a:pPr lvl="1">
              <a:buNone/>
            </a:pPr>
            <a:r>
              <a:rPr lang="en-US" dirty="0" smtClean="0"/>
              <a:t>	(ex.: &lt;td </a:t>
            </a:r>
            <a:r>
              <a:rPr lang="en-US" dirty="0" err="1" smtClean="0"/>
              <a:t>colspan</a:t>
            </a:r>
            <a:r>
              <a:rPr lang="en-US" dirty="0" smtClean="0"/>
              <a:t>=“4”&gt;</a:t>
            </a:r>
            <a:r>
              <a:rPr lang="en-US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conteúdo</a:t>
            </a:r>
            <a:r>
              <a:rPr lang="en-US" dirty="0" smtClean="0"/>
              <a:t>&lt;/td&gt;</a:t>
            </a:r>
          </a:p>
          <a:p>
            <a:pPr lvl="1">
              <a:buNone/>
            </a:pPr>
            <a:r>
              <a:rPr lang="en-US" dirty="0" smtClean="0"/>
              <a:t>	(ex.: &lt;td </a:t>
            </a:r>
            <a:r>
              <a:rPr lang="en-US" dirty="0" err="1" smtClean="0"/>
              <a:t>rowspan</a:t>
            </a:r>
            <a:r>
              <a:rPr lang="en-US" dirty="0" smtClean="0"/>
              <a:t>=“2”&gt;</a:t>
            </a:r>
            <a:r>
              <a:rPr lang="en-US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conteúdo</a:t>
            </a:r>
            <a:r>
              <a:rPr lang="en-US" dirty="0" smtClean="0"/>
              <a:t>&lt;/td&gt;</a:t>
            </a:r>
          </a:p>
          <a:p>
            <a:pPr lvl="1">
              <a:buNone/>
            </a:pPr>
            <a:r>
              <a:rPr lang="en-US" dirty="0" err="1" smtClean="0"/>
              <a:t>Título</a:t>
            </a:r>
            <a:r>
              <a:rPr lang="en-US" dirty="0" smtClean="0"/>
              <a:t> </a:t>
            </a:r>
            <a:r>
              <a:rPr lang="en-US" dirty="0" err="1" smtClean="0"/>
              <a:t>para</a:t>
            </a:r>
            <a:r>
              <a:rPr lang="en-US" dirty="0" smtClean="0"/>
              <a:t> </a:t>
            </a:r>
            <a:r>
              <a:rPr lang="en-US" dirty="0" err="1" smtClean="0"/>
              <a:t>tabela</a:t>
            </a:r>
            <a:r>
              <a:rPr lang="en-US" dirty="0" smtClean="0"/>
              <a:t>: caption (ex.: &lt;caption&gt;</a:t>
            </a:r>
            <a:r>
              <a:rPr lang="en-US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título</a:t>
            </a:r>
            <a:r>
              <a:rPr lang="en-US" dirty="0" smtClean="0"/>
              <a:t>&lt;/caption&gt;)</a:t>
            </a:r>
          </a:p>
          <a:p>
            <a:pPr lvl="1">
              <a:buNone/>
            </a:pPr>
            <a:endParaRPr lang="en-US" dirty="0" smtClean="0"/>
          </a:p>
          <a:p>
            <a:pPr lvl="1"/>
            <a:r>
              <a:rPr lang="en-US" dirty="0" err="1" smtClean="0"/>
              <a:t>Todo</a:t>
            </a:r>
            <a:r>
              <a:rPr lang="en-US" dirty="0" smtClean="0"/>
              <a:t> o </a:t>
            </a:r>
            <a:r>
              <a:rPr lang="en-US" dirty="0" err="1" smtClean="0"/>
              <a:t>conteúdo</a:t>
            </a:r>
            <a:r>
              <a:rPr lang="en-US" dirty="0" smtClean="0"/>
              <a:t> </a:t>
            </a:r>
            <a:r>
              <a:rPr lang="en-US" dirty="0" err="1" smtClean="0"/>
              <a:t>da</a:t>
            </a:r>
            <a:r>
              <a:rPr lang="en-US" dirty="0" smtClean="0"/>
              <a:t> </a:t>
            </a:r>
            <a:r>
              <a:rPr lang="en-US" dirty="0" err="1" smtClean="0"/>
              <a:t>tabela</a:t>
            </a:r>
            <a:r>
              <a:rPr lang="en-US" dirty="0" smtClean="0"/>
              <a:t> </a:t>
            </a:r>
            <a:r>
              <a:rPr lang="en-US" dirty="0" err="1" smtClean="0"/>
              <a:t>deverá</a:t>
            </a:r>
            <a:r>
              <a:rPr lang="en-US" dirty="0" smtClean="0"/>
              <a:t> ser </a:t>
            </a:r>
            <a:r>
              <a:rPr lang="en-US" dirty="0" err="1" smtClean="0"/>
              <a:t>escrito</a:t>
            </a:r>
            <a:r>
              <a:rPr lang="en-US" dirty="0" smtClean="0"/>
              <a:t> </a:t>
            </a:r>
            <a:r>
              <a:rPr lang="en-US" dirty="0" err="1" smtClean="0"/>
              <a:t>dentro</a:t>
            </a:r>
            <a:r>
              <a:rPr lang="en-US" dirty="0" smtClean="0"/>
              <a:t> dos </a:t>
            </a:r>
            <a:r>
              <a:rPr lang="en-US" dirty="0" err="1" smtClean="0"/>
              <a:t>elementos</a:t>
            </a:r>
            <a:r>
              <a:rPr lang="en-US" dirty="0" smtClean="0"/>
              <a:t> &lt;table&gt; &lt;/table&gt;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Tabelas</a:t>
            </a:r>
            <a:endParaRPr lang="pt-BR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004" r="64438" b="37330"/>
          <a:stretch/>
        </p:blipFill>
        <p:spPr bwMode="auto">
          <a:xfrm>
            <a:off x="249564" y="2204864"/>
            <a:ext cx="5338560" cy="27221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8" name="Conector de seta reta 7"/>
          <p:cNvCxnSpPr>
            <a:stCxn id="2" idx="2"/>
          </p:cNvCxnSpPr>
          <p:nvPr/>
        </p:nvCxnSpPr>
        <p:spPr>
          <a:xfrm flipH="1">
            <a:off x="3059832" y="1417638"/>
            <a:ext cx="1512168" cy="7105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/>
          <p:cNvSpPr txBox="1"/>
          <p:nvPr/>
        </p:nvSpPr>
        <p:spPr>
          <a:xfrm>
            <a:off x="4590272" y="1232972"/>
            <a:ext cx="315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&lt;</a:t>
            </a:r>
            <a:r>
              <a:rPr lang="pt-BR" dirty="0" err="1" smtClean="0"/>
              <a:t>caption</a:t>
            </a:r>
            <a:r>
              <a:rPr lang="pt-BR" dirty="0" smtClean="0"/>
              <a:t>&gt; &lt;/</a:t>
            </a:r>
            <a:r>
              <a:rPr lang="pt-BR" dirty="0" err="1" smtClean="0"/>
              <a:t>caption</a:t>
            </a:r>
            <a:r>
              <a:rPr lang="pt-BR" dirty="0" smtClean="0"/>
              <a:t>&gt;</a:t>
            </a:r>
            <a:endParaRPr lang="pt-BR" dirty="0"/>
          </a:p>
        </p:txBody>
      </p:sp>
      <p:cxnSp>
        <p:nvCxnSpPr>
          <p:cNvPr id="11" name="Conector de seta reta 10"/>
          <p:cNvCxnSpPr>
            <a:stCxn id="13" idx="1"/>
          </p:cNvCxnSpPr>
          <p:nvPr/>
        </p:nvCxnSpPr>
        <p:spPr>
          <a:xfrm flipH="1">
            <a:off x="5508104" y="2628873"/>
            <a:ext cx="756084" cy="36230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6264188" y="2444207"/>
            <a:ext cx="169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&lt;</a:t>
            </a:r>
            <a:r>
              <a:rPr lang="pt-BR" dirty="0" err="1" smtClean="0"/>
              <a:t>tr</a:t>
            </a:r>
            <a:r>
              <a:rPr lang="pt-BR" dirty="0" smtClean="0"/>
              <a:t>&gt; &lt;/</a:t>
            </a:r>
            <a:r>
              <a:rPr lang="pt-BR" dirty="0" err="1" smtClean="0"/>
              <a:t>tr</a:t>
            </a:r>
            <a:r>
              <a:rPr lang="pt-BR" dirty="0" smtClean="0"/>
              <a:t>&gt;</a:t>
            </a:r>
            <a:endParaRPr lang="pt-BR" dirty="0"/>
          </a:p>
        </p:txBody>
      </p:sp>
      <p:cxnSp>
        <p:nvCxnSpPr>
          <p:cNvPr id="14" name="Conector de seta reta 13"/>
          <p:cNvCxnSpPr>
            <a:stCxn id="15" idx="1"/>
          </p:cNvCxnSpPr>
          <p:nvPr/>
        </p:nvCxnSpPr>
        <p:spPr>
          <a:xfrm flipH="1">
            <a:off x="5508104" y="2259541"/>
            <a:ext cx="756084" cy="36230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6264188" y="2074875"/>
            <a:ext cx="2052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&lt;</a:t>
            </a:r>
            <a:r>
              <a:rPr lang="pt-BR" dirty="0" err="1" smtClean="0"/>
              <a:t>th</a:t>
            </a:r>
            <a:r>
              <a:rPr lang="pt-BR" dirty="0" smtClean="0"/>
              <a:t>&gt; &lt;/</a:t>
            </a:r>
            <a:r>
              <a:rPr lang="pt-BR" dirty="0" err="1" smtClean="0"/>
              <a:t>th</a:t>
            </a:r>
            <a:r>
              <a:rPr lang="pt-BR" dirty="0" smtClean="0"/>
              <a:t>&gt;</a:t>
            </a:r>
            <a:endParaRPr lang="pt-BR" dirty="0"/>
          </a:p>
        </p:txBody>
      </p:sp>
      <p:cxnSp>
        <p:nvCxnSpPr>
          <p:cNvPr id="16" name="Conector de seta reta 15"/>
          <p:cNvCxnSpPr/>
          <p:nvPr/>
        </p:nvCxnSpPr>
        <p:spPr>
          <a:xfrm flipH="1">
            <a:off x="5508104" y="4357318"/>
            <a:ext cx="504056" cy="2238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/>
          <p:cNvSpPr txBox="1"/>
          <p:nvPr/>
        </p:nvSpPr>
        <p:spPr>
          <a:xfrm>
            <a:off x="6084168" y="4149080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&lt;</a:t>
            </a:r>
            <a:r>
              <a:rPr lang="pt-BR" dirty="0" err="1" smtClean="0"/>
              <a:t>td</a:t>
            </a:r>
            <a:r>
              <a:rPr lang="pt-BR" dirty="0" smtClean="0"/>
              <a:t> </a:t>
            </a:r>
            <a:r>
              <a:rPr lang="pt-BR" dirty="0" err="1" smtClean="0"/>
              <a:t>colspan</a:t>
            </a:r>
            <a:r>
              <a:rPr lang="pt-BR" dirty="0" smtClean="0"/>
              <a:t>=“”&gt; &lt;/</a:t>
            </a:r>
            <a:r>
              <a:rPr lang="pt-BR" dirty="0" err="1" smtClean="0"/>
              <a:t>td</a:t>
            </a:r>
            <a:r>
              <a:rPr lang="pt-BR" dirty="0" smtClean="0"/>
              <a:t>&gt;</a:t>
            </a:r>
            <a:endParaRPr lang="pt-BR" dirty="0"/>
          </a:p>
        </p:txBody>
      </p:sp>
      <p:cxnSp>
        <p:nvCxnSpPr>
          <p:cNvPr id="19" name="Conector de seta reta 18"/>
          <p:cNvCxnSpPr>
            <a:stCxn id="20" idx="1"/>
          </p:cNvCxnSpPr>
          <p:nvPr/>
        </p:nvCxnSpPr>
        <p:spPr>
          <a:xfrm flipH="1" flipV="1">
            <a:off x="4846582" y="3498868"/>
            <a:ext cx="1418718" cy="1846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6265300" y="3498868"/>
            <a:ext cx="169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&lt;</a:t>
            </a:r>
            <a:r>
              <a:rPr lang="pt-BR" dirty="0" err="1" smtClean="0"/>
              <a:t>td</a:t>
            </a:r>
            <a:r>
              <a:rPr lang="pt-BR" dirty="0" smtClean="0"/>
              <a:t>&gt; &lt;/</a:t>
            </a:r>
            <a:r>
              <a:rPr lang="pt-BR" dirty="0" err="1" smtClean="0"/>
              <a:t>td</a:t>
            </a:r>
            <a:r>
              <a:rPr lang="pt-BR" dirty="0" smtClean="0"/>
              <a:t>&gt;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3048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Tabelas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Abrir</a:t>
            </a:r>
            <a:r>
              <a:rPr lang="en-US" dirty="0" smtClean="0"/>
              <a:t> o </a:t>
            </a:r>
            <a:r>
              <a:rPr lang="en-US" dirty="0" err="1" smtClean="0"/>
              <a:t>arquivo</a:t>
            </a:r>
            <a:r>
              <a:rPr lang="en-US" dirty="0" smtClean="0"/>
              <a:t> “index.html” da pasta </a:t>
            </a:r>
            <a:r>
              <a:rPr lang="en-US" dirty="0" err="1" smtClean="0"/>
              <a:t>locadora</a:t>
            </a:r>
            <a:r>
              <a:rPr lang="en-US" dirty="0" smtClean="0"/>
              <a:t>;</a:t>
            </a:r>
            <a:endParaRPr lang="en-US" dirty="0" smtClean="0"/>
          </a:p>
          <a:p>
            <a:r>
              <a:rPr lang="en-US" dirty="0" err="1" smtClean="0"/>
              <a:t>Copiar</a:t>
            </a:r>
            <a:r>
              <a:rPr lang="en-US" dirty="0" smtClean="0"/>
              <a:t> o </a:t>
            </a:r>
            <a:r>
              <a:rPr lang="en-US" dirty="0" err="1" smtClean="0"/>
              <a:t>texto</a:t>
            </a:r>
            <a:r>
              <a:rPr lang="en-US" dirty="0" smtClean="0"/>
              <a:t> </a:t>
            </a:r>
            <a:r>
              <a:rPr lang="en-US" dirty="0" err="1" smtClean="0"/>
              <a:t>que</a:t>
            </a:r>
            <a:r>
              <a:rPr lang="en-US" dirty="0" smtClean="0"/>
              <a:t> </a:t>
            </a:r>
            <a:r>
              <a:rPr lang="en-US" dirty="0" err="1" smtClean="0"/>
              <a:t>está</a:t>
            </a:r>
            <a:r>
              <a:rPr lang="en-US" dirty="0" smtClean="0"/>
              <a:t> no </a:t>
            </a:r>
            <a:r>
              <a:rPr lang="en-US" dirty="0" err="1" smtClean="0"/>
              <a:t>arquivo</a:t>
            </a:r>
            <a:r>
              <a:rPr lang="en-US" dirty="0" smtClean="0"/>
              <a:t> “locadora.txt” e </a:t>
            </a:r>
            <a:r>
              <a:rPr lang="en-US" dirty="0" err="1" smtClean="0"/>
              <a:t>colar</a:t>
            </a:r>
            <a:r>
              <a:rPr lang="en-US" dirty="0" smtClean="0"/>
              <a:t> </a:t>
            </a:r>
            <a:r>
              <a:rPr lang="en-US" dirty="0" err="1" smtClean="0"/>
              <a:t>na</a:t>
            </a:r>
            <a:r>
              <a:rPr lang="en-US" dirty="0" smtClean="0"/>
              <a:t> tag “body”;</a:t>
            </a:r>
          </a:p>
          <a:p>
            <a:r>
              <a:rPr lang="en-US" dirty="0" err="1" smtClean="0"/>
              <a:t>Mudar</a:t>
            </a:r>
            <a:r>
              <a:rPr lang="en-US" dirty="0" smtClean="0"/>
              <a:t> </a:t>
            </a:r>
            <a:r>
              <a:rPr lang="en-US" dirty="0" err="1" smtClean="0"/>
              <a:t>os</a:t>
            </a:r>
            <a:r>
              <a:rPr lang="en-US" dirty="0" smtClean="0"/>
              <a:t> </a:t>
            </a:r>
            <a:r>
              <a:rPr lang="en-US" dirty="0" err="1" smtClean="0"/>
              <a:t>textos</a:t>
            </a:r>
            <a:r>
              <a:rPr lang="en-US" dirty="0" smtClean="0"/>
              <a:t> </a:t>
            </a:r>
            <a:r>
              <a:rPr lang="en-US" dirty="0" err="1" smtClean="0"/>
              <a:t>para</a:t>
            </a:r>
            <a:r>
              <a:rPr lang="en-US" dirty="0" smtClean="0"/>
              <a:t> as </a:t>
            </a:r>
            <a:r>
              <a:rPr lang="en-US" dirty="0" err="1" smtClean="0"/>
              <a:t>seguintes</a:t>
            </a:r>
            <a:r>
              <a:rPr lang="en-US" dirty="0" smtClean="0"/>
              <a:t> tags:</a:t>
            </a:r>
          </a:p>
          <a:p>
            <a:pPr lvl="1"/>
            <a:r>
              <a:rPr lang="en-US" dirty="0" err="1" smtClean="0"/>
              <a:t>Locadora</a:t>
            </a:r>
            <a:r>
              <a:rPr lang="en-US" dirty="0" smtClean="0"/>
              <a:t> </a:t>
            </a:r>
            <a:r>
              <a:rPr lang="en-US" dirty="0" err="1" smtClean="0"/>
              <a:t>muito</a:t>
            </a:r>
            <a:r>
              <a:rPr lang="en-US" dirty="0" smtClean="0"/>
              <a:t> legal </a:t>
            </a:r>
            <a:r>
              <a:rPr lang="en-US" dirty="0" err="1" smtClean="0"/>
              <a:t>para</a:t>
            </a:r>
            <a:r>
              <a:rPr lang="en-US" dirty="0" smtClean="0"/>
              <a:t> “h1”;</a:t>
            </a:r>
          </a:p>
          <a:p>
            <a:pPr lvl="1"/>
            <a:r>
              <a:rPr lang="en-US" dirty="0" err="1" smtClean="0"/>
              <a:t>Cliente</a:t>
            </a:r>
            <a:r>
              <a:rPr lang="en-US" dirty="0" smtClean="0"/>
              <a:t> </a:t>
            </a:r>
            <a:r>
              <a:rPr lang="en-US" dirty="0" err="1" smtClean="0"/>
              <a:t>para</a:t>
            </a:r>
            <a:r>
              <a:rPr lang="en-US" dirty="0" smtClean="0"/>
              <a:t> “h2”;</a:t>
            </a:r>
          </a:p>
          <a:p>
            <a:pPr lvl="1"/>
            <a:r>
              <a:rPr lang="en-US" dirty="0" err="1" smtClean="0"/>
              <a:t>Devolução</a:t>
            </a:r>
            <a:r>
              <a:rPr lang="en-US" dirty="0" smtClean="0"/>
              <a:t> de </a:t>
            </a:r>
            <a:r>
              <a:rPr lang="en-US" dirty="0" err="1" smtClean="0"/>
              <a:t>filmes</a:t>
            </a:r>
            <a:r>
              <a:rPr lang="en-US" dirty="0" smtClean="0"/>
              <a:t> </a:t>
            </a:r>
            <a:r>
              <a:rPr lang="en-US" dirty="0" err="1" smtClean="0"/>
              <a:t>para</a:t>
            </a:r>
            <a:r>
              <a:rPr lang="en-US" dirty="0" smtClean="0"/>
              <a:t> “h3”.</a:t>
            </a:r>
          </a:p>
          <a:p>
            <a:r>
              <a:rPr lang="en-US" dirty="0" err="1" smtClean="0"/>
              <a:t>Incluir</a:t>
            </a:r>
            <a:r>
              <a:rPr lang="en-US" dirty="0" smtClean="0"/>
              <a:t> </a:t>
            </a:r>
            <a:r>
              <a:rPr lang="en-US" dirty="0" err="1" smtClean="0"/>
              <a:t>na</a:t>
            </a:r>
            <a:r>
              <a:rPr lang="en-US" dirty="0" smtClean="0"/>
              <a:t> tag “h1” a </a:t>
            </a:r>
            <a:r>
              <a:rPr lang="en-US" dirty="0" err="1" smtClean="0"/>
              <a:t>imagem</a:t>
            </a:r>
            <a:r>
              <a:rPr lang="en-US" dirty="0" smtClean="0"/>
              <a:t> ”locadora.jpg” com o </a:t>
            </a:r>
            <a:r>
              <a:rPr lang="en-US" dirty="0" err="1" smtClean="0"/>
              <a:t>texto</a:t>
            </a:r>
            <a:r>
              <a:rPr lang="en-US" dirty="0" smtClean="0"/>
              <a:t> “</a:t>
            </a:r>
            <a:r>
              <a:rPr lang="en-US" dirty="0" err="1" smtClean="0"/>
              <a:t>logotipo</a:t>
            </a:r>
            <a:r>
              <a:rPr lang="en-US" dirty="0" smtClean="0"/>
              <a:t> </a:t>
            </a:r>
            <a:r>
              <a:rPr lang="en-US" dirty="0" err="1" smtClean="0"/>
              <a:t>locadora</a:t>
            </a:r>
            <a:r>
              <a:rPr lang="en-US" dirty="0" smtClean="0"/>
              <a:t> </a:t>
            </a:r>
            <a:r>
              <a:rPr lang="en-US" dirty="0" err="1" smtClean="0"/>
              <a:t>muito</a:t>
            </a:r>
            <a:r>
              <a:rPr lang="en-US" dirty="0" smtClean="0"/>
              <a:t> legal”;</a:t>
            </a:r>
          </a:p>
          <a:p>
            <a:r>
              <a:rPr lang="en-US" dirty="0" smtClean="0"/>
              <a:t>Salve e </a:t>
            </a:r>
            <a:r>
              <a:rPr lang="en-US" dirty="0" err="1" smtClean="0"/>
              <a:t>teste</a:t>
            </a:r>
            <a:r>
              <a:rPr lang="en-US" dirty="0" smtClean="0"/>
              <a:t> no </a:t>
            </a:r>
            <a:r>
              <a:rPr lang="en-US" dirty="0" err="1" smtClean="0"/>
              <a:t>navegador</a:t>
            </a:r>
            <a:r>
              <a:rPr lang="en-US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Tabelas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Manter</a:t>
            </a:r>
            <a:r>
              <a:rPr lang="en-US" dirty="0" smtClean="0"/>
              <a:t> </a:t>
            </a:r>
            <a:r>
              <a:rPr lang="en-US" dirty="0" err="1" smtClean="0"/>
              <a:t>os</a:t>
            </a:r>
            <a:r>
              <a:rPr lang="en-US" dirty="0" smtClean="0"/>
              <a:t> </a:t>
            </a:r>
            <a:r>
              <a:rPr lang="en-US" dirty="0" err="1" smtClean="0"/>
              <a:t>títulos</a:t>
            </a:r>
            <a:r>
              <a:rPr lang="en-US" dirty="0" smtClean="0"/>
              <a:t> “h1” e ”h2”;</a:t>
            </a:r>
          </a:p>
          <a:p>
            <a:r>
              <a:rPr lang="en-US" dirty="0" err="1" smtClean="0"/>
              <a:t>Incluir</a:t>
            </a:r>
            <a:r>
              <a:rPr lang="en-US" dirty="0" smtClean="0"/>
              <a:t> a tag “table” antes do </a:t>
            </a:r>
            <a:r>
              <a:rPr lang="en-US" dirty="0" err="1" smtClean="0"/>
              <a:t>título</a:t>
            </a:r>
            <a:r>
              <a:rPr lang="en-US" dirty="0" smtClean="0"/>
              <a:t> h3;</a:t>
            </a:r>
          </a:p>
          <a:p>
            <a:r>
              <a:rPr lang="en-US" dirty="0" err="1" smtClean="0"/>
              <a:t>Colocar</a:t>
            </a:r>
            <a:r>
              <a:rPr lang="en-US" dirty="0" smtClean="0"/>
              <a:t> </a:t>
            </a:r>
            <a:r>
              <a:rPr lang="en-US" dirty="0" err="1" smtClean="0"/>
              <a:t>uma</a:t>
            </a:r>
            <a:r>
              <a:rPr lang="en-US" dirty="0" smtClean="0"/>
              <a:t> </a:t>
            </a:r>
            <a:r>
              <a:rPr lang="en-US" dirty="0" err="1" smtClean="0"/>
              <a:t>borda</a:t>
            </a:r>
            <a:r>
              <a:rPr lang="en-US" dirty="0" smtClean="0"/>
              <a:t> de </a:t>
            </a:r>
            <a:r>
              <a:rPr lang="en-US" dirty="0" err="1" smtClean="0"/>
              <a:t>tamanho</a:t>
            </a:r>
            <a:r>
              <a:rPr lang="en-US" dirty="0" smtClean="0"/>
              <a:t> “1” e </a:t>
            </a:r>
            <a:r>
              <a:rPr lang="en-US" dirty="0" err="1" smtClean="0"/>
              <a:t>largura</a:t>
            </a:r>
            <a:r>
              <a:rPr lang="en-US" dirty="0" smtClean="0"/>
              <a:t> “600”;</a:t>
            </a:r>
          </a:p>
          <a:p>
            <a:r>
              <a:rPr lang="en-US" dirty="0" err="1" smtClean="0"/>
              <a:t>Alterar</a:t>
            </a:r>
            <a:r>
              <a:rPr lang="en-US" dirty="0" smtClean="0"/>
              <a:t> o </a:t>
            </a:r>
            <a:r>
              <a:rPr lang="en-US" dirty="0" err="1" smtClean="0"/>
              <a:t>título</a:t>
            </a:r>
            <a:r>
              <a:rPr lang="en-US" dirty="0" smtClean="0"/>
              <a:t> “h3” </a:t>
            </a:r>
            <a:r>
              <a:rPr lang="en-US" dirty="0" err="1" smtClean="0"/>
              <a:t>para</a:t>
            </a:r>
            <a:r>
              <a:rPr lang="en-US" dirty="0" smtClean="0"/>
              <a:t> </a:t>
            </a:r>
            <a:r>
              <a:rPr lang="en-US" dirty="0" err="1" smtClean="0"/>
              <a:t>título</a:t>
            </a:r>
            <a:r>
              <a:rPr lang="en-US" dirty="0" smtClean="0"/>
              <a:t> de </a:t>
            </a:r>
            <a:r>
              <a:rPr lang="en-US" dirty="0" err="1" smtClean="0"/>
              <a:t>tabela</a:t>
            </a:r>
            <a:r>
              <a:rPr lang="en-US" dirty="0" smtClean="0"/>
              <a:t> com a tag “caption”;</a:t>
            </a:r>
          </a:p>
          <a:p>
            <a:r>
              <a:rPr lang="en-US" dirty="0" err="1" smtClean="0"/>
              <a:t>Após</a:t>
            </a:r>
            <a:r>
              <a:rPr lang="en-US" dirty="0" smtClean="0"/>
              <a:t> a tag “caption”, </a:t>
            </a:r>
            <a:r>
              <a:rPr lang="en-US" dirty="0" err="1" smtClean="0"/>
              <a:t>incluir</a:t>
            </a:r>
            <a:r>
              <a:rPr lang="en-US" dirty="0" smtClean="0"/>
              <a:t> a tag “</a:t>
            </a:r>
            <a:r>
              <a:rPr lang="en-US" dirty="0" err="1" smtClean="0"/>
              <a:t>tr</a:t>
            </a:r>
            <a:r>
              <a:rPr lang="en-US" dirty="0" smtClean="0"/>
              <a:t>”;</a:t>
            </a:r>
          </a:p>
          <a:p>
            <a:r>
              <a:rPr lang="en-US" dirty="0" err="1" smtClean="0"/>
              <a:t>Dentro</a:t>
            </a:r>
            <a:r>
              <a:rPr lang="en-US" dirty="0" smtClean="0"/>
              <a:t> </a:t>
            </a:r>
            <a:r>
              <a:rPr lang="en-US" dirty="0" err="1" smtClean="0"/>
              <a:t>da</a:t>
            </a:r>
            <a:r>
              <a:rPr lang="en-US" dirty="0" smtClean="0"/>
              <a:t> tag “</a:t>
            </a:r>
            <a:r>
              <a:rPr lang="en-US" dirty="0" err="1" smtClean="0"/>
              <a:t>tr</a:t>
            </a:r>
            <a:r>
              <a:rPr lang="en-US" dirty="0" smtClean="0"/>
              <a:t>”, </a:t>
            </a:r>
            <a:r>
              <a:rPr lang="en-US" dirty="0" err="1" smtClean="0"/>
              <a:t>colocar</a:t>
            </a:r>
            <a:r>
              <a:rPr lang="en-US" dirty="0" smtClean="0"/>
              <a:t> </a:t>
            </a:r>
            <a:r>
              <a:rPr lang="en-US" dirty="0" err="1" smtClean="0"/>
              <a:t>os</a:t>
            </a:r>
            <a:r>
              <a:rPr lang="en-US" dirty="0" smtClean="0"/>
              <a:t> </a:t>
            </a:r>
            <a:r>
              <a:rPr lang="en-US" dirty="0" err="1" smtClean="0"/>
              <a:t>textos</a:t>
            </a:r>
            <a:r>
              <a:rPr lang="en-US" dirty="0" smtClean="0"/>
              <a:t> a </a:t>
            </a:r>
            <a:r>
              <a:rPr lang="en-US" dirty="0" err="1" smtClean="0"/>
              <a:t>seguir</a:t>
            </a:r>
            <a:r>
              <a:rPr lang="en-US" dirty="0" smtClean="0"/>
              <a:t> </a:t>
            </a:r>
            <a:r>
              <a:rPr lang="en-US" dirty="0" err="1" smtClean="0"/>
              <a:t>na</a:t>
            </a:r>
            <a:r>
              <a:rPr lang="en-US" dirty="0" smtClean="0"/>
              <a:t> tag “</a:t>
            </a:r>
            <a:r>
              <a:rPr lang="en-US" dirty="0" err="1" smtClean="0"/>
              <a:t>th</a:t>
            </a:r>
            <a:r>
              <a:rPr lang="en-US" dirty="0" smtClean="0"/>
              <a:t>”:</a:t>
            </a:r>
          </a:p>
          <a:p>
            <a:pPr lvl="1"/>
            <a:r>
              <a:rPr lang="en-US" dirty="0" err="1" smtClean="0"/>
              <a:t>título</a:t>
            </a:r>
            <a:r>
              <a:rPr lang="en-US" dirty="0" smtClean="0"/>
              <a:t>;</a:t>
            </a:r>
          </a:p>
          <a:p>
            <a:pPr lvl="1"/>
            <a:r>
              <a:rPr lang="en-US" dirty="0" err="1" smtClean="0"/>
              <a:t>lançamento</a:t>
            </a:r>
            <a:r>
              <a:rPr lang="en-US" dirty="0" smtClean="0"/>
              <a:t>;</a:t>
            </a:r>
          </a:p>
          <a:p>
            <a:pPr lvl="1"/>
            <a:r>
              <a:rPr lang="en-US" dirty="0" err="1" smtClean="0"/>
              <a:t>devolução</a:t>
            </a:r>
            <a:r>
              <a:rPr lang="en-US" dirty="0" smtClean="0"/>
              <a:t> (data);</a:t>
            </a:r>
          </a:p>
          <a:p>
            <a:pPr lvl="1"/>
            <a:r>
              <a:rPr lang="en-US" dirty="0" err="1" smtClean="0"/>
              <a:t>devolução</a:t>
            </a:r>
            <a:r>
              <a:rPr lang="en-US" dirty="0" smtClean="0"/>
              <a:t> (</a:t>
            </a:r>
            <a:r>
              <a:rPr lang="en-US" dirty="0" err="1" smtClean="0"/>
              <a:t>dia</a:t>
            </a:r>
            <a:r>
              <a:rPr lang="en-US" dirty="0" smtClean="0"/>
              <a:t>).</a:t>
            </a:r>
          </a:p>
          <a:p>
            <a:r>
              <a:rPr lang="en-US" dirty="0" smtClean="0"/>
              <a:t>Salve e </a:t>
            </a:r>
            <a:r>
              <a:rPr lang="en-US" dirty="0" err="1" smtClean="0"/>
              <a:t>teste</a:t>
            </a:r>
            <a:r>
              <a:rPr lang="en-US" dirty="0" smtClean="0"/>
              <a:t> no </a:t>
            </a:r>
            <a:r>
              <a:rPr lang="en-US" dirty="0" err="1" smtClean="0"/>
              <a:t>navegador</a:t>
            </a:r>
            <a:r>
              <a:rPr lang="en-US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Tabelas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Para </a:t>
            </a:r>
            <a:r>
              <a:rPr lang="en-US" dirty="0" err="1" smtClean="0"/>
              <a:t>cada</a:t>
            </a:r>
            <a:r>
              <a:rPr lang="en-US" dirty="0" smtClean="0"/>
              <a:t> </a:t>
            </a:r>
            <a:r>
              <a:rPr lang="en-US" dirty="0" err="1" smtClean="0"/>
              <a:t>linha</a:t>
            </a:r>
            <a:r>
              <a:rPr lang="en-US" dirty="0" smtClean="0"/>
              <a:t> </a:t>
            </a:r>
            <a:r>
              <a:rPr lang="en-US" dirty="0" err="1" smtClean="0"/>
              <a:t>restantes</a:t>
            </a:r>
            <a:r>
              <a:rPr lang="en-US" dirty="0" smtClean="0"/>
              <a:t> </a:t>
            </a:r>
            <a:r>
              <a:rPr lang="en-US" dirty="0" err="1" smtClean="0"/>
              <a:t>incluir</a:t>
            </a:r>
            <a:r>
              <a:rPr lang="en-US" dirty="0" smtClean="0"/>
              <a:t> a tag “</a:t>
            </a:r>
            <a:r>
              <a:rPr lang="en-US" dirty="0" err="1" smtClean="0"/>
              <a:t>tr</a:t>
            </a:r>
            <a:r>
              <a:rPr lang="en-US" dirty="0" smtClean="0"/>
              <a:t>” e </a:t>
            </a:r>
            <a:r>
              <a:rPr lang="en-US" dirty="0" err="1" smtClean="0"/>
              <a:t>para</a:t>
            </a:r>
            <a:r>
              <a:rPr lang="en-US" dirty="0" smtClean="0"/>
              <a:t> </a:t>
            </a:r>
            <a:r>
              <a:rPr lang="en-US" dirty="0" err="1" smtClean="0"/>
              <a:t>cada</a:t>
            </a:r>
            <a:r>
              <a:rPr lang="en-US" dirty="0" smtClean="0"/>
              <a:t> </a:t>
            </a:r>
            <a:r>
              <a:rPr lang="en-US" dirty="0" err="1" smtClean="0"/>
              <a:t>palavra</a:t>
            </a:r>
            <a:r>
              <a:rPr lang="en-US" dirty="0" smtClean="0"/>
              <a:t> a tag “td”, </a:t>
            </a:r>
            <a:r>
              <a:rPr lang="en-US" dirty="0" err="1" smtClean="0"/>
              <a:t>pois</a:t>
            </a:r>
            <a:r>
              <a:rPr lang="en-US" dirty="0" smtClean="0"/>
              <a:t> </a:t>
            </a:r>
            <a:r>
              <a:rPr lang="en-US" dirty="0" err="1" smtClean="0"/>
              <a:t>cada</a:t>
            </a:r>
            <a:r>
              <a:rPr lang="en-US" dirty="0" smtClean="0"/>
              <a:t> </a:t>
            </a:r>
            <a:r>
              <a:rPr lang="en-US" dirty="0" err="1" smtClean="0"/>
              <a:t>palavra</a:t>
            </a:r>
            <a:r>
              <a:rPr lang="en-US" dirty="0" smtClean="0"/>
              <a:t> </a:t>
            </a:r>
            <a:r>
              <a:rPr lang="en-US" dirty="0" err="1" smtClean="0"/>
              <a:t>são</a:t>
            </a:r>
            <a:r>
              <a:rPr lang="en-US" dirty="0" smtClean="0"/>
              <a:t> dados </a:t>
            </a:r>
            <a:r>
              <a:rPr lang="en-US" dirty="0" err="1" smtClean="0"/>
              <a:t>da</a:t>
            </a:r>
            <a:r>
              <a:rPr lang="en-US" dirty="0" smtClean="0"/>
              <a:t> </a:t>
            </a:r>
            <a:r>
              <a:rPr lang="en-US" dirty="0" err="1" smtClean="0"/>
              <a:t>tabela</a:t>
            </a:r>
            <a:r>
              <a:rPr lang="en-US" dirty="0" smtClean="0"/>
              <a:t>;</a:t>
            </a:r>
          </a:p>
          <a:p>
            <a:r>
              <a:rPr lang="en-US" dirty="0" err="1" smtClean="0"/>
              <a:t>Inclua</a:t>
            </a:r>
            <a:r>
              <a:rPr lang="en-US" dirty="0" smtClean="0"/>
              <a:t> </a:t>
            </a:r>
            <a:r>
              <a:rPr lang="en-US" dirty="0" err="1" smtClean="0"/>
              <a:t>mais</a:t>
            </a:r>
            <a:r>
              <a:rPr lang="en-US" dirty="0" smtClean="0"/>
              <a:t> </a:t>
            </a:r>
            <a:r>
              <a:rPr lang="en-US" dirty="0" err="1" smtClean="0"/>
              <a:t>uma</a:t>
            </a:r>
            <a:r>
              <a:rPr lang="en-US" dirty="0" smtClean="0"/>
              <a:t> </a:t>
            </a:r>
            <a:r>
              <a:rPr lang="en-US" dirty="0" err="1" smtClean="0"/>
              <a:t>linha</a:t>
            </a:r>
            <a:r>
              <a:rPr lang="en-US" dirty="0" smtClean="0"/>
              <a:t> </a:t>
            </a:r>
            <a:r>
              <a:rPr lang="en-US" dirty="0" err="1" smtClean="0"/>
              <a:t>na</a:t>
            </a:r>
            <a:r>
              <a:rPr lang="en-US" dirty="0" smtClean="0"/>
              <a:t> </a:t>
            </a:r>
            <a:r>
              <a:rPr lang="en-US" dirty="0" err="1" smtClean="0"/>
              <a:t>tabela</a:t>
            </a:r>
            <a:r>
              <a:rPr lang="en-US" dirty="0" smtClean="0"/>
              <a:t> com a tag “</a:t>
            </a:r>
            <a:r>
              <a:rPr lang="en-US" dirty="0" err="1" smtClean="0"/>
              <a:t>colspan</a:t>
            </a:r>
            <a:r>
              <a:rPr lang="en-US" dirty="0" smtClean="0"/>
              <a:t>=4” com o </a:t>
            </a:r>
            <a:r>
              <a:rPr lang="en-US" dirty="0" err="1" smtClean="0"/>
              <a:t>texto</a:t>
            </a:r>
            <a:r>
              <a:rPr lang="en-US" dirty="0" smtClean="0"/>
              <a:t>: “data da </a:t>
            </a:r>
            <a:r>
              <a:rPr lang="en-US" dirty="0" err="1" smtClean="0"/>
              <a:t>retirada</a:t>
            </a:r>
            <a:r>
              <a:rPr lang="en-US" dirty="0" smtClean="0"/>
              <a:t>: 10/mar”;</a:t>
            </a:r>
          </a:p>
          <a:p>
            <a:r>
              <a:rPr lang="en-US" dirty="0" smtClean="0"/>
              <a:t>Na </a:t>
            </a:r>
            <a:r>
              <a:rPr lang="en-US" dirty="0" err="1" smtClean="0"/>
              <a:t>coluna</a:t>
            </a:r>
            <a:r>
              <a:rPr lang="en-US" dirty="0" smtClean="0"/>
              <a:t> de “</a:t>
            </a:r>
            <a:r>
              <a:rPr lang="en-US" dirty="0" err="1" smtClean="0"/>
              <a:t>lançamento</a:t>
            </a:r>
            <a:r>
              <a:rPr lang="en-US" dirty="0" smtClean="0"/>
              <a:t>”, </a:t>
            </a:r>
            <a:r>
              <a:rPr lang="en-US" dirty="0" err="1" smtClean="0"/>
              <a:t>alterar</a:t>
            </a:r>
            <a:r>
              <a:rPr lang="en-US" dirty="0" smtClean="0"/>
              <a:t> </a:t>
            </a:r>
            <a:r>
              <a:rPr lang="en-US" dirty="0" err="1" smtClean="0"/>
              <a:t>os</a:t>
            </a:r>
            <a:r>
              <a:rPr lang="en-US" dirty="0" smtClean="0"/>
              <a:t> </a:t>
            </a:r>
            <a:r>
              <a:rPr lang="en-US" dirty="0" err="1" smtClean="0"/>
              <a:t>textos</a:t>
            </a:r>
            <a:r>
              <a:rPr lang="en-US" dirty="0" smtClean="0"/>
              <a:t> “</a:t>
            </a:r>
            <a:r>
              <a:rPr lang="en-US" dirty="0" err="1" smtClean="0"/>
              <a:t>sim</a:t>
            </a:r>
            <a:r>
              <a:rPr lang="en-US" dirty="0" smtClean="0"/>
              <a:t>” e “</a:t>
            </a:r>
            <a:r>
              <a:rPr lang="en-US" dirty="0" err="1" smtClean="0"/>
              <a:t>não</a:t>
            </a:r>
            <a:r>
              <a:rPr lang="en-US" dirty="0" smtClean="0"/>
              <a:t>” </a:t>
            </a:r>
            <a:r>
              <a:rPr lang="en-US" dirty="0" err="1" smtClean="0"/>
              <a:t>para</a:t>
            </a:r>
            <a:r>
              <a:rPr lang="en-US" dirty="0" smtClean="0"/>
              <a:t> </a:t>
            </a:r>
            <a:r>
              <a:rPr lang="en-US" dirty="0" err="1" smtClean="0"/>
              <a:t>imagens</a:t>
            </a:r>
            <a:r>
              <a:rPr lang="en-US" dirty="0" smtClean="0"/>
              <a:t> “lançamento_sim.jpg” e “lançamento_nao.jpg” </a:t>
            </a:r>
            <a:r>
              <a:rPr lang="en-US" dirty="0" err="1" smtClean="0"/>
              <a:t>respectivamente</a:t>
            </a:r>
            <a:r>
              <a:rPr lang="en-US" dirty="0" smtClean="0"/>
              <a:t>;</a:t>
            </a:r>
          </a:p>
          <a:p>
            <a:r>
              <a:rPr lang="en-US" dirty="0" smtClean="0"/>
              <a:t>Salve e </a:t>
            </a:r>
            <a:r>
              <a:rPr lang="en-US" dirty="0" err="1" smtClean="0"/>
              <a:t>teste</a:t>
            </a:r>
            <a:r>
              <a:rPr lang="en-US" dirty="0" smtClean="0"/>
              <a:t> no </a:t>
            </a:r>
            <a:r>
              <a:rPr lang="en-US" dirty="0" err="1" smtClean="0"/>
              <a:t>navegador</a:t>
            </a:r>
            <a:r>
              <a:rPr lang="en-US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Tabelas</a:t>
            </a:r>
            <a:endParaRPr lang="pt-B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60" r="43755" b="37330"/>
          <a:stretch/>
        </p:blipFill>
        <p:spPr bwMode="auto">
          <a:xfrm>
            <a:off x="1547664" y="1340767"/>
            <a:ext cx="6120680" cy="4788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Exercício</a:t>
            </a:r>
            <a:endParaRPr lang="pt-B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06" r="75175" b="71014"/>
          <a:stretch/>
        </p:blipFill>
        <p:spPr bwMode="auto">
          <a:xfrm>
            <a:off x="1332103" y="1412776"/>
            <a:ext cx="6479794" cy="4694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62588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797</TotalTime>
  <Words>388</Words>
  <Application>Microsoft Macintosh PowerPoint</Application>
  <PresentationFormat>Apresentação na tela (4:3)</PresentationFormat>
  <Paragraphs>51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Calibri</vt:lpstr>
      <vt:lpstr>Calibri Light</vt:lpstr>
      <vt:lpstr>Arial</vt:lpstr>
      <vt:lpstr>Tema do Office</vt:lpstr>
      <vt:lpstr>HTML5 e CSS</vt:lpstr>
      <vt:lpstr>Tabelas</vt:lpstr>
      <vt:lpstr>Tabelas</vt:lpstr>
      <vt:lpstr>Tabelas</vt:lpstr>
      <vt:lpstr>Tabelas</vt:lpstr>
      <vt:lpstr>Tabelas</vt:lpstr>
      <vt:lpstr>Tabelas</vt:lpstr>
      <vt:lpstr>Tabelas</vt:lpstr>
      <vt:lpstr>Exercício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Linguagens para Web</dc:title>
  <dc:creator>K</dc:creator>
  <cp:lastModifiedBy>Daniel Kawasaki</cp:lastModifiedBy>
  <cp:revision>80</cp:revision>
  <dcterms:created xsi:type="dcterms:W3CDTF">2010-10-12T23:46:18Z</dcterms:created>
  <dcterms:modified xsi:type="dcterms:W3CDTF">2016-03-31T12:01:33Z</dcterms:modified>
</cp:coreProperties>
</file>