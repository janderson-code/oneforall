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5" r:id="rId1"/>
  </p:sldMasterIdLst>
  <p:notesMasterIdLst>
    <p:notesMasterId r:id="rId34"/>
  </p:notesMasterIdLst>
  <p:sldIdLst>
    <p:sldId id="256" r:id="rId2"/>
    <p:sldId id="257" r:id="rId3"/>
    <p:sldId id="258" r:id="rId4"/>
    <p:sldId id="259" r:id="rId5"/>
    <p:sldId id="294" r:id="rId6"/>
    <p:sldId id="260" r:id="rId7"/>
    <p:sldId id="261" r:id="rId8"/>
    <p:sldId id="262" r:id="rId9"/>
    <p:sldId id="263" r:id="rId10"/>
    <p:sldId id="264" r:id="rId11"/>
    <p:sldId id="265" r:id="rId12"/>
    <p:sldId id="266" r:id="rId13"/>
    <p:sldId id="267" r:id="rId14"/>
    <p:sldId id="268" r:id="rId15"/>
    <p:sldId id="286" r:id="rId16"/>
    <p:sldId id="293" r:id="rId17"/>
    <p:sldId id="287" r:id="rId18"/>
    <p:sldId id="288" r:id="rId19"/>
    <p:sldId id="289" r:id="rId20"/>
    <p:sldId id="290" r:id="rId21"/>
    <p:sldId id="291" r:id="rId22"/>
    <p:sldId id="292" r:id="rId23"/>
    <p:sldId id="269" r:id="rId24"/>
    <p:sldId id="271" r:id="rId25"/>
    <p:sldId id="298" r:id="rId26"/>
    <p:sldId id="300" r:id="rId27"/>
    <p:sldId id="301" r:id="rId28"/>
    <p:sldId id="295" r:id="rId29"/>
    <p:sldId id="272" r:id="rId30"/>
    <p:sldId id="273" r:id="rId31"/>
    <p:sldId id="296" r:id="rId32"/>
    <p:sldId id="297" r:id="rId33"/>
  </p:sldIdLst>
  <p:sldSz cx="9144000" cy="6858000" type="screen4x3"/>
  <p:notesSz cx="6858000" cy="9144000"/>
  <p:defaultText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90651C3A-4460-11DB-9652-00E08161165F}"/>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91" autoAdjust="0"/>
    <p:restoredTop sz="94621" autoAdjust="0"/>
  </p:normalViewPr>
  <p:slideViewPr>
    <p:cSldViewPr>
      <p:cViewPr>
        <p:scale>
          <a:sx n="107" d="100"/>
          <a:sy n="107" d="100"/>
        </p:scale>
        <p:origin x="-78" y="66"/>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1"/>
        <p:cNvGrpSpPr/>
        <p:nvPr/>
      </p:nvGrpSpPr>
      <p:grpSpPr>
        <a:xfrm>
          <a:off x="0" y="0"/>
          <a:ext cx="0" cy="0"/>
          <a:chOff x="0" y="0"/>
          <a:chExt cx="0" cy="0"/>
        </a:xfrm>
      </p:grpSpPr>
      <p:sp>
        <p:nvSpPr>
          <p:cNvPr id="2" name="Shape 2"/>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 name="Shape 3"/>
          <p:cNvSpPr txBox="1">
            <a:spLocks noGrp="1"/>
          </p:cNvSpPr>
          <p:nvPr>
            <p:ph type="body" idx="1"/>
          </p:nvPr>
        </p:nvSpPr>
        <p:spPr>
          <a:xfrm>
            <a:off x="685800" y="4343400"/>
            <a:ext cx="5486399" cy="4114800"/>
          </a:xfrm>
          <a:prstGeom prst="rect">
            <a:avLst/>
          </a:prstGeom>
        </p:spPr>
        <p:txBody>
          <a:bodyPr lIns="91425" tIns="91425" rIns="91425" bIns="91425" anchor="t" anchorCtr="0"/>
          <a:lstStyle>
            <a:lvl1pPr>
              <a:defRPr sz="1100"/>
            </a:lvl1pPr>
            <a:lvl2pPr>
              <a:defRPr sz="1100"/>
            </a:lvl2pPr>
            <a:lvl3pPr>
              <a:defRPr sz="1100"/>
            </a:lvl3pPr>
            <a:lvl4pPr>
              <a:defRPr sz="1100"/>
            </a:lvl4pPr>
            <a:lvl5pPr>
              <a:defRPr sz="1100"/>
            </a:lvl5pPr>
            <a:lvl6pPr>
              <a:defRPr sz="1100"/>
            </a:lvl6pPr>
            <a:lvl7pPr>
              <a:defRPr sz="1100"/>
            </a:lvl7pPr>
            <a:lvl8pPr>
              <a:defRPr sz="1100"/>
            </a:lvl8pPr>
            <a:lvl9pPr>
              <a:defRPr sz="1100"/>
            </a:lvl9pPr>
          </a:lstStyle>
          <a:p>
            <a:endParaRPr/>
          </a:p>
        </p:txBody>
      </p:sp>
    </p:spTree>
    <p:extLst>
      <p:ext uri="{BB962C8B-B14F-4D97-AF65-F5344CB8AC3E}">
        <p14:creationId xmlns:p14="http://schemas.microsoft.com/office/powerpoint/2010/main" val="3210735263"/>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Shape 32"/>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endParaRPr/>
          </a:p>
        </p:txBody>
      </p:sp>
      <p:sp>
        <p:nvSpPr>
          <p:cNvPr id="33" name="Shape 33"/>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Shape 38"/>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endParaRPr/>
          </a:p>
        </p:txBody>
      </p:sp>
      <p:sp>
        <p:nvSpPr>
          <p:cNvPr id="39" name="Shape 3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Shape 44"/>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45" name="Shape 45"/>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Shape 50"/>
          <p:cNvSpPr>
            <a:spLocks noGrp="1" noRot="1" noChangeAspect="1"/>
          </p:cNvSpPr>
          <p:nvPr>
            <p:ph type="sldImg" idx="2"/>
          </p:nvPr>
        </p:nvSpPr>
        <p:spPr>
          <a:xfrm>
            <a:off x="1143225" y="685800"/>
            <a:ext cx="4572299"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1" name="Shape 51"/>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Shape 56"/>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endParaRPr/>
          </a:p>
        </p:txBody>
      </p:sp>
      <p:sp>
        <p:nvSpPr>
          <p:cNvPr id="57" name="Shape 57"/>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Shape 62"/>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endParaRPr/>
          </a:p>
        </p:txBody>
      </p:sp>
      <p:sp>
        <p:nvSpPr>
          <p:cNvPr id="63" name="Shape 63"/>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Shape 68"/>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endParaRPr/>
          </a:p>
        </p:txBody>
      </p:sp>
      <p:sp>
        <p:nvSpPr>
          <p:cNvPr id="69" name="Shape 6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Shape 74"/>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endParaRPr/>
          </a:p>
        </p:txBody>
      </p:sp>
      <p:sp>
        <p:nvSpPr>
          <p:cNvPr id="75" name="Shape 75"/>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Shape 80"/>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endParaRPr/>
          </a:p>
        </p:txBody>
      </p:sp>
      <p:sp>
        <p:nvSpPr>
          <p:cNvPr id="81" name="Shape 81"/>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Shape 86"/>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endParaRPr/>
          </a:p>
        </p:txBody>
      </p:sp>
      <p:sp>
        <p:nvSpPr>
          <p:cNvPr id="87" name="Shape 87"/>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Shape 92"/>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endParaRPr/>
          </a:p>
        </p:txBody>
      </p:sp>
      <p:sp>
        <p:nvSpPr>
          <p:cNvPr id="93" name="Shape 93"/>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Shape 99"/>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endParaRPr/>
          </a:p>
        </p:txBody>
      </p:sp>
      <p:sp>
        <p:nvSpPr>
          <p:cNvPr id="100" name="Shape 100"/>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Shape 105"/>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endParaRPr/>
          </a:p>
        </p:txBody>
      </p:sp>
      <p:sp>
        <p:nvSpPr>
          <p:cNvPr id="106" name="Shape 106"/>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Shape 111"/>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endParaRPr/>
          </a:p>
        </p:txBody>
      </p:sp>
      <p:sp>
        <p:nvSpPr>
          <p:cNvPr id="112" name="Shape 112"/>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Shape 123"/>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endParaRPr/>
          </a:p>
        </p:txBody>
      </p:sp>
      <p:sp>
        <p:nvSpPr>
          <p:cNvPr id="124" name="Shape 124"/>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Shape 129"/>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endParaRPr/>
          </a:p>
        </p:txBody>
      </p:sp>
      <p:sp>
        <p:nvSpPr>
          <p:cNvPr id="130" name="Shape 130"/>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Shape 135"/>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endParaRPr/>
          </a:p>
        </p:txBody>
      </p:sp>
      <p:sp>
        <p:nvSpPr>
          <p:cNvPr id="136" name="Shape 13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7"/>
        <p:cNvGrpSpPr/>
        <p:nvPr/>
      </p:nvGrpSpPr>
      <p:grpSpPr>
        <a:xfrm>
          <a:off x="0" y="0"/>
          <a:ext cx="0" cy="0"/>
          <a:chOff x="0" y="0"/>
          <a:chExt cx="0" cy="0"/>
        </a:xfrm>
      </p:grpSpPr>
      <p:sp>
        <p:nvSpPr>
          <p:cNvPr id="8" name="Shape 8"/>
          <p:cNvSpPr txBox="1">
            <a:spLocks noGrp="1"/>
          </p:cNvSpPr>
          <p:nvPr>
            <p:ph type="ctrTitle"/>
          </p:nvPr>
        </p:nvSpPr>
        <p:spPr>
          <a:xfrm>
            <a:off x="685800" y="2111123"/>
            <a:ext cx="7772400" cy="1546500"/>
          </a:xfrm>
          <a:prstGeom prst="rect">
            <a:avLst/>
          </a:prstGeom>
          <a:noFill/>
          <a:ln>
            <a:noFill/>
          </a:ln>
        </p:spPr>
        <p:txBody>
          <a:bodyPr lIns="91425" tIns="91425" rIns="91425" bIns="91425" anchor="b" anchorCtr="0"/>
          <a:lstStyle>
            <a:lvl1pPr marL="0" indent="304800" algn="ctr" rtl="0">
              <a:spcBef>
                <a:spcPts val="0"/>
              </a:spcBef>
              <a:buClr>
                <a:schemeClr val="dk1"/>
              </a:buClr>
              <a:buSzPct val="100000"/>
              <a:buFont typeface="Arial"/>
              <a:buNone/>
              <a:defRPr sz="4800" b="1" i="0" u="none" strike="noStrike" cap="none" baseline="0">
                <a:solidFill>
                  <a:schemeClr val="dk1"/>
                </a:solidFill>
                <a:latin typeface="Arial"/>
                <a:ea typeface="Arial"/>
                <a:cs typeface="Arial"/>
                <a:sym typeface="Arial"/>
              </a:defRPr>
            </a:lvl1pPr>
            <a:lvl2pPr marL="0" indent="304800" algn="ctr" rtl="0">
              <a:spcBef>
                <a:spcPts val="0"/>
              </a:spcBef>
              <a:buClr>
                <a:schemeClr val="dk1"/>
              </a:buClr>
              <a:buSzPct val="100000"/>
              <a:buFont typeface="Arial"/>
              <a:buNone/>
              <a:defRPr sz="4800" b="1" i="0" u="none" strike="noStrike" cap="none" baseline="0">
                <a:solidFill>
                  <a:schemeClr val="dk1"/>
                </a:solidFill>
                <a:latin typeface="Arial"/>
                <a:ea typeface="Arial"/>
                <a:cs typeface="Arial"/>
                <a:sym typeface="Arial"/>
              </a:defRPr>
            </a:lvl2pPr>
            <a:lvl3pPr marL="0" indent="304800" algn="ctr" rtl="0">
              <a:spcBef>
                <a:spcPts val="0"/>
              </a:spcBef>
              <a:buClr>
                <a:schemeClr val="dk1"/>
              </a:buClr>
              <a:buSzPct val="100000"/>
              <a:buFont typeface="Arial"/>
              <a:buNone/>
              <a:defRPr sz="4800" b="1" i="0" u="none" strike="noStrike" cap="none" baseline="0">
                <a:solidFill>
                  <a:schemeClr val="dk1"/>
                </a:solidFill>
                <a:latin typeface="Arial"/>
                <a:ea typeface="Arial"/>
                <a:cs typeface="Arial"/>
                <a:sym typeface="Arial"/>
              </a:defRPr>
            </a:lvl3pPr>
            <a:lvl4pPr marL="0" indent="304800" algn="ctr" rtl="0">
              <a:spcBef>
                <a:spcPts val="0"/>
              </a:spcBef>
              <a:buClr>
                <a:schemeClr val="dk1"/>
              </a:buClr>
              <a:buSzPct val="100000"/>
              <a:buFont typeface="Arial"/>
              <a:buNone/>
              <a:defRPr sz="4800" b="1" i="0" u="none" strike="noStrike" cap="none" baseline="0">
                <a:solidFill>
                  <a:schemeClr val="dk1"/>
                </a:solidFill>
                <a:latin typeface="Arial"/>
                <a:ea typeface="Arial"/>
                <a:cs typeface="Arial"/>
                <a:sym typeface="Arial"/>
              </a:defRPr>
            </a:lvl4pPr>
            <a:lvl5pPr marL="0" indent="304800" algn="ctr" rtl="0">
              <a:spcBef>
                <a:spcPts val="0"/>
              </a:spcBef>
              <a:buClr>
                <a:schemeClr val="dk1"/>
              </a:buClr>
              <a:buSzPct val="100000"/>
              <a:buFont typeface="Arial"/>
              <a:buNone/>
              <a:defRPr sz="4800" b="1" i="0" u="none" strike="noStrike" cap="none" baseline="0">
                <a:solidFill>
                  <a:schemeClr val="dk1"/>
                </a:solidFill>
                <a:latin typeface="Arial"/>
                <a:ea typeface="Arial"/>
                <a:cs typeface="Arial"/>
                <a:sym typeface="Arial"/>
              </a:defRPr>
            </a:lvl5pPr>
            <a:lvl6pPr marL="0" indent="304800" algn="ctr" rtl="0">
              <a:spcBef>
                <a:spcPts val="0"/>
              </a:spcBef>
              <a:buClr>
                <a:schemeClr val="dk1"/>
              </a:buClr>
              <a:buSzPct val="100000"/>
              <a:buFont typeface="Arial"/>
              <a:buNone/>
              <a:defRPr sz="4800" b="1" i="0" u="none" strike="noStrike" cap="none" baseline="0">
                <a:solidFill>
                  <a:schemeClr val="dk1"/>
                </a:solidFill>
                <a:latin typeface="Arial"/>
                <a:ea typeface="Arial"/>
                <a:cs typeface="Arial"/>
                <a:sym typeface="Arial"/>
              </a:defRPr>
            </a:lvl6pPr>
            <a:lvl7pPr marL="0" indent="304800" algn="ctr" rtl="0">
              <a:spcBef>
                <a:spcPts val="0"/>
              </a:spcBef>
              <a:buClr>
                <a:schemeClr val="dk1"/>
              </a:buClr>
              <a:buSzPct val="100000"/>
              <a:buFont typeface="Arial"/>
              <a:buNone/>
              <a:defRPr sz="4800" b="1" i="0" u="none" strike="noStrike" cap="none" baseline="0">
                <a:solidFill>
                  <a:schemeClr val="dk1"/>
                </a:solidFill>
                <a:latin typeface="Arial"/>
                <a:ea typeface="Arial"/>
                <a:cs typeface="Arial"/>
                <a:sym typeface="Arial"/>
              </a:defRPr>
            </a:lvl7pPr>
            <a:lvl8pPr marL="0" indent="304800" algn="ctr" rtl="0">
              <a:spcBef>
                <a:spcPts val="0"/>
              </a:spcBef>
              <a:buClr>
                <a:schemeClr val="dk1"/>
              </a:buClr>
              <a:buSzPct val="100000"/>
              <a:buFont typeface="Arial"/>
              <a:buNone/>
              <a:defRPr sz="4800" b="1" i="0" u="none" strike="noStrike" cap="none" baseline="0">
                <a:solidFill>
                  <a:schemeClr val="dk1"/>
                </a:solidFill>
                <a:latin typeface="Arial"/>
                <a:ea typeface="Arial"/>
                <a:cs typeface="Arial"/>
                <a:sym typeface="Arial"/>
              </a:defRPr>
            </a:lvl8pPr>
            <a:lvl9pPr marL="0" indent="304800" algn="ctr" rtl="0">
              <a:spcBef>
                <a:spcPts val="0"/>
              </a:spcBef>
              <a:buClr>
                <a:schemeClr val="dk1"/>
              </a:buClr>
              <a:buSzPct val="100000"/>
              <a:buFont typeface="Arial"/>
              <a:buNone/>
              <a:defRPr sz="4800" b="1" i="0" u="none" strike="noStrike" cap="none" baseline="0">
                <a:solidFill>
                  <a:schemeClr val="dk1"/>
                </a:solidFill>
                <a:latin typeface="Arial"/>
                <a:ea typeface="Arial"/>
                <a:cs typeface="Arial"/>
                <a:sym typeface="Arial"/>
              </a:defRPr>
            </a:lvl9pPr>
          </a:lstStyle>
          <a:p>
            <a:endParaRPr/>
          </a:p>
        </p:txBody>
      </p:sp>
      <p:sp>
        <p:nvSpPr>
          <p:cNvPr id="9" name="Shape 9"/>
          <p:cNvSpPr txBox="1">
            <a:spLocks noGrp="1"/>
          </p:cNvSpPr>
          <p:nvPr>
            <p:ph type="subTitle" idx="1"/>
          </p:nvPr>
        </p:nvSpPr>
        <p:spPr>
          <a:xfrm>
            <a:off x="685800" y="3786737"/>
            <a:ext cx="7772400" cy="1046400"/>
          </a:xfrm>
          <a:prstGeom prst="rect">
            <a:avLst/>
          </a:prstGeom>
          <a:noFill/>
          <a:ln>
            <a:noFill/>
          </a:ln>
        </p:spPr>
        <p:txBody>
          <a:bodyPr lIns="91425" tIns="91425" rIns="91425" bIns="91425" anchor="t" anchorCtr="0"/>
          <a:lstStyle>
            <a:lvl1pPr marL="0" indent="190500" algn="ctr" rtl="0">
              <a:lnSpc>
                <a:spcPct val="100000"/>
              </a:lnSpc>
              <a:spcBef>
                <a:spcPts val="0"/>
              </a:spcBef>
              <a:spcAft>
                <a:spcPts val="0"/>
              </a:spcAft>
              <a:buClr>
                <a:schemeClr val="dk2"/>
              </a:buClr>
              <a:buSzPct val="100000"/>
              <a:buFont typeface="Arial"/>
              <a:buNone/>
              <a:defRPr sz="3000" b="0" i="0" u="none" strike="noStrike" cap="none" baseline="0">
                <a:solidFill>
                  <a:schemeClr val="dk2"/>
                </a:solidFill>
                <a:latin typeface="Arial"/>
                <a:ea typeface="Arial"/>
                <a:cs typeface="Arial"/>
                <a:sym typeface="Arial"/>
              </a:defRPr>
            </a:lvl1pPr>
            <a:lvl2pPr marL="0" indent="190500" algn="ctr" rtl="0">
              <a:lnSpc>
                <a:spcPct val="100000"/>
              </a:lnSpc>
              <a:spcBef>
                <a:spcPts val="0"/>
              </a:spcBef>
              <a:spcAft>
                <a:spcPts val="0"/>
              </a:spcAft>
              <a:buClr>
                <a:schemeClr val="dk2"/>
              </a:buClr>
              <a:buSzPct val="100000"/>
              <a:buFont typeface="Arial"/>
              <a:buNone/>
              <a:defRPr sz="3000" b="0" i="0" u="none" strike="noStrike" cap="none" baseline="0">
                <a:solidFill>
                  <a:schemeClr val="dk2"/>
                </a:solidFill>
                <a:latin typeface="Arial"/>
                <a:ea typeface="Arial"/>
                <a:cs typeface="Arial"/>
                <a:sym typeface="Arial"/>
              </a:defRPr>
            </a:lvl2pPr>
            <a:lvl3pPr marL="0" indent="190500" algn="ctr" rtl="0">
              <a:lnSpc>
                <a:spcPct val="100000"/>
              </a:lnSpc>
              <a:spcBef>
                <a:spcPts val="0"/>
              </a:spcBef>
              <a:spcAft>
                <a:spcPts val="0"/>
              </a:spcAft>
              <a:buClr>
                <a:schemeClr val="dk2"/>
              </a:buClr>
              <a:buSzPct val="100000"/>
              <a:buFont typeface="Arial"/>
              <a:buNone/>
              <a:defRPr sz="3000" b="0" i="0" u="none" strike="noStrike" cap="none" baseline="0">
                <a:solidFill>
                  <a:schemeClr val="dk2"/>
                </a:solidFill>
                <a:latin typeface="Arial"/>
                <a:ea typeface="Arial"/>
                <a:cs typeface="Arial"/>
                <a:sym typeface="Arial"/>
              </a:defRPr>
            </a:lvl3pPr>
            <a:lvl4pPr marL="0" indent="190500" algn="ctr" rtl="0">
              <a:lnSpc>
                <a:spcPct val="100000"/>
              </a:lnSpc>
              <a:spcBef>
                <a:spcPts val="0"/>
              </a:spcBef>
              <a:spcAft>
                <a:spcPts val="0"/>
              </a:spcAft>
              <a:buClr>
                <a:schemeClr val="dk2"/>
              </a:buClr>
              <a:buSzPct val="100000"/>
              <a:buFont typeface="Arial"/>
              <a:buNone/>
              <a:defRPr sz="3000" b="0" i="0" u="none" strike="noStrike" cap="none" baseline="0">
                <a:solidFill>
                  <a:schemeClr val="dk2"/>
                </a:solidFill>
                <a:latin typeface="Arial"/>
                <a:ea typeface="Arial"/>
                <a:cs typeface="Arial"/>
                <a:sym typeface="Arial"/>
              </a:defRPr>
            </a:lvl4pPr>
            <a:lvl5pPr marL="0" indent="190500" algn="ctr" rtl="0">
              <a:lnSpc>
                <a:spcPct val="100000"/>
              </a:lnSpc>
              <a:spcBef>
                <a:spcPts val="0"/>
              </a:spcBef>
              <a:spcAft>
                <a:spcPts val="0"/>
              </a:spcAft>
              <a:buClr>
                <a:schemeClr val="dk2"/>
              </a:buClr>
              <a:buSzPct val="100000"/>
              <a:buFont typeface="Arial"/>
              <a:buNone/>
              <a:defRPr sz="3000" b="0" i="0" u="none" strike="noStrike" cap="none" baseline="0">
                <a:solidFill>
                  <a:schemeClr val="dk2"/>
                </a:solidFill>
                <a:latin typeface="Arial"/>
                <a:ea typeface="Arial"/>
                <a:cs typeface="Arial"/>
                <a:sym typeface="Arial"/>
              </a:defRPr>
            </a:lvl5pPr>
            <a:lvl6pPr marL="0" indent="190500" algn="ctr" rtl="0">
              <a:lnSpc>
                <a:spcPct val="100000"/>
              </a:lnSpc>
              <a:spcBef>
                <a:spcPts val="0"/>
              </a:spcBef>
              <a:spcAft>
                <a:spcPts val="0"/>
              </a:spcAft>
              <a:buClr>
                <a:schemeClr val="dk2"/>
              </a:buClr>
              <a:buSzPct val="100000"/>
              <a:buFont typeface="Arial"/>
              <a:buNone/>
              <a:defRPr sz="3000" b="0" i="0" u="none" strike="noStrike" cap="none" baseline="0">
                <a:solidFill>
                  <a:schemeClr val="dk2"/>
                </a:solidFill>
                <a:latin typeface="Arial"/>
                <a:ea typeface="Arial"/>
                <a:cs typeface="Arial"/>
                <a:sym typeface="Arial"/>
              </a:defRPr>
            </a:lvl6pPr>
            <a:lvl7pPr marL="0" indent="190500" algn="ctr" rtl="0">
              <a:lnSpc>
                <a:spcPct val="100000"/>
              </a:lnSpc>
              <a:spcBef>
                <a:spcPts val="0"/>
              </a:spcBef>
              <a:spcAft>
                <a:spcPts val="0"/>
              </a:spcAft>
              <a:buClr>
                <a:schemeClr val="dk2"/>
              </a:buClr>
              <a:buSzPct val="100000"/>
              <a:buFont typeface="Arial"/>
              <a:buNone/>
              <a:defRPr sz="3000" b="0" i="0" u="none" strike="noStrike" cap="none" baseline="0">
                <a:solidFill>
                  <a:schemeClr val="dk2"/>
                </a:solidFill>
                <a:latin typeface="Arial"/>
                <a:ea typeface="Arial"/>
                <a:cs typeface="Arial"/>
                <a:sym typeface="Arial"/>
              </a:defRPr>
            </a:lvl7pPr>
            <a:lvl8pPr marL="0" indent="190500" algn="ctr" rtl="0">
              <a:lnSpc>
                <a:spcPct val="100000"/>
              </a:lnSpc>
              <a:spcBef>
                <a:spcPts val="0"/>
              </a:spcBef>
              <a:spcAft>
                <a:spcPts val="0"/>
              </a:spcAft>
              <a:buClr>
                <a:schemeClr val="dk2"/>
              </a:buClr>
              <a:buSzPct val="100000"/>
              <a:buFont typeface="Arial"/>
              <a:buNone/>
              <a:defRPr sz="3000" b="0" i="0" u="none" strike="noStrike" cap="none" baseline="0">
                <a:solidFill>
                  <a:schemeClr val="dk2"/>
                </a:solidFill>
                <a:latin typeface="Arial"/>
                <a:ea typeface="Arial"/>
                <a:cs typeface="Arial"/>
                <a:sym typeface="Arial"/>
              </a:defRPr>
            </a:lvl8pPr>
            <a:lvl9pPr marL="0" indent="190500" algn="ctr" rtl="0">
              <a:lnSpc>
                <a:spcPct val="100000"/>
              </a:lnSpc>
              <a:spcBef>
                <a:spcPts val="0"/>
              </a:spcBef>
              <a:spcAft>
                <a:spcPts val="0"/>
              </a:spcAft>
              <a:buClr>
                <a:schemeClr val="dk2"/>
              </a:buClr>
              <a:buSzPct val="100000"/>
              <a:buFont typeface="Arial"/>
              <a:buNone/>
              <a:defRPr sz="3000" b="0" i="0" u="none" strike="noStrike" cap="none" baseline="0">
                <a:solidFill>
                  <a:schemeClr val="dk2"/>
                </a:solidFill>
                <a:latin typeface="Arial"/>
                <a:ea typeface="Arial"/>
                <a:cs typeface="Arial"/>
                <a:sym typeface="Aria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x" type="tx">
  <p:cSld name="TITLE_AND_BODY">
    <p:spTree>
      <p:nvGrpSpPr>
        <p:cNvPr id="1" name="Shape 10"/>
        <p:cNvGrpSpPr/>
        <p:nvPr/>
      </p:nvGrpSpPr>
      <p:grpSpPr>
        <a:xfrm>
          <a:off x="0" y="0"/>
          <a:ext cx="0" cy="0"/>
          <a:chOff x="0" y="0"/>
          <a:chExt cx="0" cy="0"/>
        </a:xfrm>
      </p:grpSpPr>
      <p:sp>
        <p:nvSpPr>
          <p:cNvPr id="11" name="Shape 11"/>
          <p:cNvSpPr txBox="1">
            <a:spLocks noGrp="1"/>
          </p:cNvSpPr>
          <p:nvPr>
            <p:ph type="title"/>
          </p:nvPr>
        </p:nvSpPr>
        <p:spPr>
          <a:xfrm>
            <a:off x="457200" y="274637"/>
            <a:ext cx="8229600" cy="1143000"/>
          </a:xfrm>
          <a:prstGeom prst="rect">
            <a:avLst/>
          </a:prstGeom>
          <a:noFill/>
          <a:ln>
            <a:noFill/>
          </a:ln>
        </p:spPr>
        <p:txBody>
          <a:bodyPr lIns="91425" tIns="91425" rIns="91425" bIns="91425" anchor="b" anchorCtr="0"/>
          <a:lstStyle>
            <a:lvl1pPr algn="l" rtl="0">
              <a:spcBef>
                <a:spcPts val="0"/>
              </a:spcBef>
              <a:buSzPct val="100000"/>
              <a:buFont typeface="Arial"/>
              <a:buNone/>
              <a:defRPr sz="3600" b="1">
                <a:solidFill>
                  <a:schemeClr val="dk1"/>
                </a:solidFill>
                <a:latin typeface="Arial"/>
                <a:ea typeface="Arial"/>
                <a:cs typeface="Arial"/>
                <a:sym typeface="Arial"/>
              </a:defRPr>
            </a:lvl1pPr>
            <a:lvl2pPr algn="l" rtl="0">
              <a:spcBef>
                <a:spcPts val="0"/>
              </a:spcBef>
              <a:buSzPct val="100000"/>
              <a:buFont typeface="Arial"/>
              <a:buNone/>
              <a:defRPr sz="3600" b="1">
                <a:solidFill>
                  <a:schemeClr val="dk1"/>
                </a:solidFill>
                <a:latin typeface="Arial"/>
                <a:ea typeface="Arial"/>
                <a:cs typeface="Arial"/>
                <a:sym typeface="Arial"/>
              </a:defRPr>
            </a:lvl2pPr>
            <a:lvl3pPr algn="l" rtl="0">
              <a:spcBef>
                <a:spcPts val="0"/>
              </a:spcBef>
              <a:buSzPct val="100000"/>
              <a:buFont typeface="Arial"/>
              <a:buNone/>
              <a:defRPr sz="3600" b="1">
                <a:solidFill>
                  <a:schemeClr val="dk1"/>
                </a:solidFill>
                <a:latin typeface="Arial"/>
                <a:ea typeface="Arial"/>
                <a:cs typeface="Arial"/>
                <a:sym typeface="Arial"/>
              </a:defRPr>
            </a:lvl3pPr>
            <a:lvl4pPr algn="l" rtl="0">
              <a:spcBef>
                <a:spcPts val="0"/>
              </a:spcBef>
              <a:buSzPct val="100000"/>
              <a:buFont typeface="Arial"/>
              <a:buNone/>
              <a:defRPr sz="3600" b="1">
                <a:solidFill>
                  <a:schemeClr val="dk1"/>
                </a:solidFill>
                <a:latin typeface="Arial"/>
                <a:ea typeface="Arial"/>
                <a:cs typeface="Arial"/>
                <a:sym typeface="Arial"/>
              </a:defRPr>
            </a:lvl4pPr>
            <a:lvl5pPr algn="l" rtl="0">
              <a:spcBef>
                <a:spcPts val="0"/>
              </a:spcBef>
              <a:buSzPct val="100000"/>
              <a:buFont typeface="Arial"/>
              <a:buNone/>
              <a:defRPr sz="3600" b="1">
                <a:solidFill>
                  <a:schemeClr val="dk1"/>
                </a:solidFill>
                <a:latin typeface="Arial"/>
                <a:ea typeface="Arial"/>
                <a:cs typeface="Arial"/>
                <a:sym typeface="Arial"/>
              </a:defRPr>
            </a:lvl5pPr>
            <a:lvl6pPr algn="l" rtl="0">
              <a:spcBef>
                <a:spcPts val="0"/>
              </a:spcBef>
              <a:buSzPct val="100000"/>
              <a:buFont typeface="Arial"/>
              <a:buNone/>
              <a:defRPr sz="3600" b="1">
                <a:solidFill>
                  <a:schemeClr val="dk1"/>
                </a:solidFill>
                <a:latin typeface="Arial"/>
                <a:ea typeface="Arial"/>
                <a:cs typeface="Arial"/>
                <a:sym typeface="Arial"/>
              </a:defRPr>
            </a:lvl6pPr>
            <a:lvl7pPr algn="l" rtl="0">
              <a:spcBef>
                <a:spcPts val="0"/>
              </a:spcBef>
              <a:buSzPct val="100000"/>
              <a:buFont typeface="Arial"/>
              <a:buNone/>
              <a:defRPr sz="3600" b="1">
                <a:solidFill>
                  <a:schemeClr val="dk1"/>
                </a:solidFill>
                <a:latin typeface="Arial"/>
                <a:ea typeface="Arial"/>
                <a:cs typeface="Arial"/>
                <a:sym typeface="Arial"/>
              </a:defRPr>
            </a:lvl7pPr>
            <a:lvl8pPr algn="l" rtl="0">
              <a:spcBef>
                <a:spcPts val="0"/>
              </a:spcBef>
              <a:buSzPct val="100000"/>
              <a:buFont typeface="Arial"/>
              <a:buNone/>
              <a:defRPr sz="3600" b="1">
                <a:solidFill>
                  <a:schemeClr val="dk1"/>
                </a:solidFill>
                <a:latin typeface="Arial"/>
                <a:ea typeface="Arial"/>
                <a:cs typeface="Arial"/>
                <a:sym typeface="Arial"/>
              </a:defRPr>
            </a:lvl8pPr>
            <a:lvl9pPr algn="l" rtl="0">
              <a:spcBef>
                <a:spcPts val="0"/>
              </a:spcBef>
              <a:buSzPct val="100000"/>
              <a:buFont typeface="Arial"/>
              <a:buNone/>
              <a:defRPr sz="3600" b="1">
                <a:solidFill>
                  <a:schemeClr val="dk1"/>
                </a:solidFill>
                <a:latin typeface="Arial"/>
                <a:ea typeface="Arial"/>
                <a:cs typeface="Arial"/>
                <a:sym typeface="Arial"/>
              </a:defRPr>
            </a:lvl9pPr>
          </a:lstStyle>
          <a:p>
            <a:endParaRPr/>
          </a:p>
        </p:txBody>
      </p:sp>
      <p:sp>
        <p:nvSpPr>
          <p:cNvPr id="12" name="Shape 12"/>
          <p:cNvSpPr txBox="1">
            <a:spLocks noGrp="1"/>
          </p:cNvSpPr>
          <p:nvPr>
            <p:ph type="body" idx="1"/>
          </p:nvPr>
        </p:nvSpPr>
        <p:spPr>
          <a:xfrm>
            <a:off x="457200" y="1600200"/>
            <a:ext cx="8229600" cy="4967700"/>
          </a:xfrm>
          <a:prstGeom prst="rect">
            <a:avLst/>
          </a:prstGeom>
          <a:noFill/>
          <a:ln>
            <a:noFill/>
          </a:ln>
        </p:spPr>
        <p:txBody>
          <a:bodyPr lIns="91425" tIns="91425" rIns="91425" bIns="91425" anchor="t" anchorCtr="0"/>
          <a:lstStyle>
            <a:lvl1pPr rtl="0">
              <a:defRPr/>
            </a:lvl1pPr>
            <a:lvl2pPr marL="742950" indent="-285750" rtl="0">
              <a:defRPr/>
            </a:lvl2pPr>
            <a:lvl3pPr marL="1143000" indent="-228600" rtl="0">
              <a:defRPr/>
            </a:lvl3pPr>
            <a:lvl4pPr marL="1600200" indent="-228600" rtl="0">
              <a:defRPr/>
            </a:lvl4pPr>
            <a:lvl5pPr rtl="0">
              <a:defRPr sz="1800"/>
            </a:lvl5pPr>
            <a:lvl6pPr rtl="0">
              <a:defRPr sz="1800"/>
            </a:lvl6pPr>
            <a:lvl7pPr rtl="0">
              <a:defRPr sz="1800"/>
            </a:lvl7pPr>
            <a:lvl8pPr rtl="0">
              <a:defRPr sz="1800"/>
            </a:lvl8pPr>
            <a:lvl9pPr rtl="0">
              <a:defRPr sz="18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Only" type="titleOnly">
  <p:cSld name="TITLE_ONLY">
    <p:spTree>
      <p:nvGrpSpPr>
        <p:cNvPr id="1" name="Shape 17"/>
        <p:cNvGrpSpPr/>
        <p:nvPr/>
      </p:nvGrpSpPr>
      <p:grpSpPr>
        <a:xfrm>
          <a:off x="0" y="0"/>
          <a:ext cx="0" cy="0"/>
          <a:chOff x="0" y="0"/>
          <a:chExt cx="0" cy="0"/>
        </a:xfrm>
      </p:grpSpPr>
      <p:sp>
        <p:nvSpPr>
          <p:cNvPr id="18" name="Shape 18"/>
          <p:cNvSpPr txBox="1">
            <a:spLocks noGrp="1"/>
          </p:cNvSpPr>
          <p:nvPr>
            <p:ph type="title"/>
          </p:nvPr>
        </p:nvSpPr>
        <p:spPr>
          <a:xfrm>
            <a:off x="457200" y="274637"/>
            <a:ext cx="8229600" cy="1143000"/>
          </a:xfrm>
          <a:prstGeom prst="rect">
            <a:avLst/>
          </a:prstGeom>
          <a:noFill/>
          <a:ln>
            <a:noFill/>
          </a:ln>
        </p:spPr>
        <p:txBody>
          <a:bodyPr lIns="91425" tIns="91425" rIns="91425" bIns="91425" anchor="b" anchorCtr="0"/>
          <a:lstStyle>
            <a:lvl1pPr algn="l" rtl="0">
              <a:spcBef>
                <a:spcPts val="0"/>
              </a:spcBef>
              <a:buSzPct val="100000"/>
              <a:buFont typeface="Arial"/>
              <a:buNone/>
              <a:defRPr sz="3600" b="1">
                <a:solidFill>
                  <a:schemeClr val="dk1"/>
                </a:solidFill>
                <a:latin typeface="Arial"/>
                <a:ea typeface="Arial"/>
                <a:cs typeface="Arial"/>
                <a:sym typeface="Arial"/>
              </a:defRPr>
            </a:lvl1pPr>
            <a:lvl2pPr algn="l" rtl="0">
              <a:spcBef>
                <a:spcPts val="0"/>
              </a:spcBef>
              <a:buSzPct val="100000"/>
              <a:buFont typeface="Arial"/>
              <a:buNone/>
              <a:defRPr sz="3600" b="1">
                <a:solidFill>
                  <a:schemeClr val="dk1"/>
                </a:solidFill>
                <a:latin typeface="Arial"/>
                <a:ea typeface="Arial"/>
                <a:cs typeface="Arial"/>
                <a:sym typeface="Arial"/>
              </a:defRPr>
            </a:lvl2pPr>
            <a:lvl3pPr algn="l" rtl="0">
              <a:spcBef>
                <a:spcPts val="0"/>
              </a:spcBef>
              <a:buSzPct val="100000"/>
              <a:buFont typeface="Arial"/>
              <a:buNone/>
              <a:defRPr sz="3600" b="1">
                <a:solidFill>
                  <a:schemeClr val="dk1"/>
                </a:solidFill>
                <a:latin typeface="Arial"/>
                <a:ea typeface="Arial"/>
                <a:cs typeface="Arial"/>
                <a:sym typeface="Arial"/>
              </a:defRPr>
            </a:lvl3pPr>
            <a:lvl4pPr algn="l" rtl="0">
              <a:spcBef>
                <a:spcPts val="0"/>
              </a:spcBef>
              <a:buSzPct val="100000"/>
              <a:buFont typeface="Arial"/>
              <a:buNone/>
              <a:defRPr sz="3600" b="1">
                <a:solidFill>
                  <a:schemeClr val="dk1"/>
                </a:solidFill>
                <a:latin typeface="Arial"/>
                <a:ea typeface="Arial"/>
                <a:cs typeface="Arial"/>
                <a:sym typeface="Arial"/>
              </a:defRPr>
            </a:lvl4pPr>
            <a:lvl5pPr algn="l" rtl="0">
              <a:spcBef>
                <a:spcPts val="0"/>
              </a:spcBef>
              <a:buSzPct val="100000"/>
              <a:buFont typeface="Arial"/>
              <a:buNone/>
              <a:defRPr sz="3600" b="1">
                <a:solidFill>
                  <a:schemeClr val="dk1"/>
                </a:solidFill>
                <a:latin typeface="Arial"/>
                <a:ea typeface="Arial"/>
                <a:cs typeface="Arial"/>
                <a:sym typeface="Arial"/>
              </a:defRPr>
            </a:lvl5pPr>
            <a:lvl6pPr algn="l" rtl="0">
              <a:spcBef>
                <a:spcPts val="0"/>
              </a:spcBef>
              <a:buSzPct val="100000"/>
              <a:buFont typeface="Arial"/>
              <a:buNone/>
              <a:defRPr sz="3600" b="1">
                <a:solidFill>
                  <a:schemeClr val="dk1"/>
                </a:solidFill>
                <a:latin typeface="Arial"/>
                <a:ea typeface="Arial"/>
                <a:cs typeface="Arial"/>
                <a:sym typeface="Arial"/>
              </a:defRPr>
            </a:lvl6pPr>
            <a:lvl7pPr algn="l" rtl="0">
              <a:spcBef>
                <a:spcPts val="0"/>
              </a:spcBef>
              <a:buSzPct val="100000"/>
              <a:buFont typeface="Arial"/>
              <a:buNone/>
              <a:defRPr sz="3600" b="1">
                <a:solidFill>
                  <a:schemeClr val="dk1"/>
                </a:solidFill>
                <a:latin typeface="Arial"/>
                <a:ea typeface="Arial"/>
                <a:cs typeface="Arial"/>
                <a:sym typeface="Arial"/>
              </a:defRPr>
            </a:lvl7pPr>
            <a:lvl8pPr algn="l" rtl="0">
              <a:spcBef>
                <a:spcPts val="0"/>
              </a:spcBef>
              <a:buSzPct val="100000"/>
              <a:buFont typeface="Arial"/>
              <a:buNone/>
              <a:defRPr sz="3600" b="1">
                <a:solidFill>
                  <a:schemeClr val="dk1"/>
                </a:solidFill>
                <a:latin typeface="Arial"/>
                <a:ea typeface="Arial"/>
                <a:cs typeface="Arial"/>
                <a:sym typeface="Arial"/>
              </a:defRPr>
            </a:lvl8pPr>
            <a:lvl9pPr algn="l" rtl="0">
              <a:spcBef>
                <a:spcPts val="0"/>
              </a:spcBef>
              <a:buSzPct val="100000"/>
              <a:buFont typeface="Arial"/>
              <a:buNone/>
              <a:defRPr sz="3600" b="1">
                <a:solidFill>
                  <a:schemeClr val="dk1"/>
                </a:solidFill>
                <a:latin typeface="Arial"/>
                <a:ea typeface="Arial"/>
                <a:cs typeface="Arial"/>
                <a:sym typeface="Aria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APTION_ONLY">
  <p:cSld name="CAPTION_ONLY">
    <p:spTree>
      <p:nvGrpSpPr>
        <p:cNvPr id="1" name="Shape 19"/>
        <p:cNvGrpSpPr/>
        <p:nvPr/>
      </p:nvGrpSpPr>
      <p:grpSpPr>
        <a:xfrm>
          <a:off x="0" y="0"/>
          <a:ext cx="0" cy="0"/>
          <a:chOff x="0" y="0"/>
          <a:chExt cx="0" cy="0"/>
        </a:xfrm>
      </p:grpSpPr>
      <p:sp>
        <p:nvSpPr>
          <p:cNvPr id="20" name="Shape 20"/>
          <p:cNvSpPr txBox="1">
            <a:spLocks noGrp="1"/>
          </p:cNvSpPr>
          <p:nvPr>
            <p:ph type="body" idx="1"/>
          </p:nvPr>
        </p:nvSpPr>
        <p:spPr>
          <a:xfrm>
            <a:off x="457200" y="5875078"/>
            <a:ext cx="8229600" cy="692700"/>
          </a:xfrm>
          <a:prstGeom prst="rect">
            <a:avLst/>
          </a:prstGeom>
          <a:noFill/>
          <a:ln>
            <a:noFill/>
          </a:ln>
        </p:spPr>
        <p:txBody>
          <a:bodyPr lIns="91425" tIns="91425" rIns="91425" bIns="91425" anchor="t" anchorCtr="0"/>
          <a:lstStyle>
            <a:lvl1pPr marL="285750" indent="-285750" algn="ctr" rtl="0">
              <a:lnSpc>
                <a:spcPct val="100000"/>
              </a:lnSpc>
              <a:spcBef>
                <a:spcPts val="360"/>
              </a:spcBef>
              <a:spcAft>
                <a:spcPts val="0"/>
              </a:spcAft>
              <a:buClr>
                <a:schemeClr val="dk1"/>
              </a:buClr>
              <a:buSzPct val="166666"/>
              <a:buFont typeface="Arial"/>
              <a:buChar char="•"/>
              <a:defRPr sz="1800">
                <a:solidFill>
                  <a:schemeClr val="dk1"/>
                </a:solidFill>
              </a:defRPr>
            </a:lvl1pPr>
            <a:lvl2pPr marL="285750" indent="-285750" algn="ctr" rtl="0">
              <a:lnSpc>
                <a:spcPct val="100000"/>
              </a:lnSpc>
              <a:spcBef>
                <a:spcPts val="360"/>
              </a:spcBef>
              <a:spcAft>
                <a:spcPts val="0"/>
              </a:spcAft>
              <a:buClr>
                <a:schemeClr val="dk1"/>
              </a:buClr>
              <a:buSzPct val="100000"/>
              <a:buFont typeface="Courier New"/>
              <a:buChar char="o"/>
              <a:defRPr sz="1800">
                <a:solidFill>
                  <a:schemeClr val="dk1"/>
                </a:solidFill>
              </a:defRPr>
            </a:lvl2pPr>
            <a:lvl3pPr marL="285750" indent="-285750" algn="ctr" rtl="0">
              <a:lnSpc>
                <a:spcPct val="100000"/>
              </a:lnSpc>
              <a:spcBef>
                <a:spcPts val="360"/>
              </a:spcBef>
              <a:spcAft>
                <a:spcPts val="0"/>
              </a:spcAft>
              <a:buClr>
                <a:schemeClr val="dk1"/>
              </a:buClr>
              <a:buSzPct val="100000"/>
              <a:buFont typeface="Wingdings"/>
              <a:buChar char="§"/>
              <a:defRPr sz="1800">
                <a:solidFill>
                  <a:schemeClr val="dk1"/>
                </a:solidFill>
              </a:defRPr>
            </a:lvl3pPr>
            <a:lvl4pPr marL="285750" indent="-285750" algn="ctr" rtl="0">
              <a:lnSpc>
                <a:spcPct val="100000"/>
              </a:lnSpc>
              <a:spcBef>
                <a:spcPts val="360"/>
              </a:spcBef>
              <a:spcAft>
                <a:spcPts val="0"/>
              </a:spcAft>
              <a:buClr>
                <a:schemeClr val="dk1"/>
              </a:buClr>
              <a:buSzPct val="166666"/>
              <a:buFont typeface="Arial"/>
              <a:buChar char="•"/>
              <a:defRPr sz="1800">
                <a:solidFill>
                  <a:schemeClr val="dk1"/>
                </a:solidFill>
              </a:defRPr>
            </a:lvl4pPr>
            <a:lvl5pPr marL="285750" indent="-285750" algn="ctr" rtl="0">
              <a:lnSpc>
                <a:spcPct val="100000"/>
              </a:lnSpc>
              <a:spcBef>
                <a:spcPts val="360"/>
              </a:spcBef>
              <a:spcAft>
                <a:spcPts val="0"/>
              </a:spcAft>
              <a:buClr>
                <a:schemeClr val="dk1"/>
              </a:buClr>
              <a:buSzPct val="100000"/>
              <a:buFont typeface="Courier New"/>
              <a:buChar char="o"/>
              <a:defRPr sz="1800">
                <a:solidFill>
                  <a:schemeClr val="dk1"/>
                </a:solidFill>
              </a:defRPr>
            </a:lvl5pPr>
            <a:lvl6pPr marL="285750" indent="-285750" algn="ctr" rtl="0">
              <a:lnSpc>
                <a:spcPct val="100000"/>
              </a:lnSpc>
              <a:spcBef>
                <a:spcPts val="360"/>
              </a:spcBef>
              <a:spcAft>
                <a:spcPts val="0"/>
              </a:spcAft>
              <a:buClr>
                <a:schemeClr val="dk1"/>
              </a:buClr>
              <a:buSzPct val="100000"/>
              <a:buFont typeface="Wingdings"/>
              <a:buChar char="§"/>
              <a:defRPr sz="1800">
                <a:solidFill>
                  <a:schemeClr val="dk1"/>
                </a:solidFill>
              </a:defRPr>
            </a:lvl6pPr>
            <a:lvl7pPr marL="285750" indent="-285750" algn="ctr" rtl="0">
              <a:lnSpc>
                <a:spcPct val="100000"/>
              </a:lnSpc>
              <a:spcBef>
                <a:spcPts val="360"/>
              </a:spcBef>
              <a:spcAft>
                <a:spcPts val="0"/>
              </a:spcAft>
              <a:buClr>
                <a:schemeClr val="dk1"/>
              </a:buClr>
              <a:buSzPct val="166666"/>
              <a:buFont typeface="Arial"/>
              <a:buChar char="•"/>
              <a:defRPr sz="1800">
                <a:solidFill>
                  <a:schemeClr val="dk1"/>
                </a:solidFill>
              </a:defRPr>
            </a:lvl7pPr>
            <a:lvl8pPr marL="285750" indent="-285750" algn="ctr" rtl="0">
              <a:lnSpc>
                <a:spcPct val="100000"/>
              </a:lnSpc>
              <a:spcBef>
                <a:spcPts val="360"/>
              </a:spcBef>
              <a:spcAft>
                <a:spcPts val="0"/>
              </a:spcAft>
              <a:buClr>
                <a:schemeClr val="dk1"/>
              </a:buClr>
              <a:buSzPct val="100000"/>
              <a:buFont typeface="Courier New"/>
              <a:buChar char="o"/>
              <a:defRPr sz="1800">
                <a:solidFill>
                  <a:schemeClr val="dk1"/>
                </a:solidFill>
              </a:defRPr>
            </a:lvl8pPr>
            <a:lvl9pPr marL="285750" indent="-285750" algn="ctr" rtl="0">
              <a:lnSpc>
                <a:spcPct val="100000"/>
              </a:lnSpc>
              <a:spcBef>
                <a:spcPts val="360"/>
              </a:spcBef>
              <a:spcAft>
                <a:spcPts val="0"/>
              </a:spcAft>
              <a:buClr>
                <a:schemeClr val="dk1"/>
              </a:buClr>
              <a:buSzPct val="100000"/>
              <a:buFont typeface="Wingdings"/>
              <a:buChar char="§"/>
              <a:defRPr sz="1800">
                <a:solidFill>
                  <a:schemeClr val="dk1"/>
                </a:solidFil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bj" type="obj">
  <p:cSld name="Título e conteúdo">
    <p:spTree>
      <p:nvGrpSpPr>
        <p:cNvPr id="1" name="Shape 22"/>
        <p:cNvGrpSpPr/>
        <p:nvPr/>
      </p:nvGrpSpPr>
      <p:grpSpPr>
        <a:xfrm>
          <a:off x="0" y="0"/>
          <a:ext cx="0" cy="0"/>
          <a:chOff x="0" y="0"/>
          <a:chExt cx="0" cy="0"/>
        </a:xfrm>
      </p:grpSpPr>
      <p:sp>
        <p:nvSpPr>
          <p:cNvPr id="23" name="Shape 23"/>
          <p:cNvSpPr txBox="1">
            <a:spLocks noGrp="1"/>
          </p:cNvSpPr>
          <p:nvPr>
            <p:ph type="body" idx="1"/>
          </p:nvPr>
        </p:nvSpPr>
        <p:spPr>
          <a:xfrm>
            <a:off x="457200" y="1481328"/>
            <a:ext cx="8229600" cy="4526100"/>
          </a:xfrm>
          <a:prstGeom prst="rect">
            <a:avLst/>
          </a:prstGeom>
          <a:noFill/>
          <a:ln>
            <a:noFill/>
          </a:ln>
        </p:spPr>
        <p:txBody>
          <a:bodyPr lIns="91425" tIns="91425" rIns="91425" bIns="91425" anchor="t" anchorCtr="0"/>
          <a:lstStyle>
            <a:lvl1pPr marL="365760" indent="-147573" algn="l" rtl="0">
              <a:spcBef>
                <a:spcPts val="400"/>
              </a:spcBef>
              <a:spcAft>
                <a:spcPts val="0"/>
              </a:spcAft>
              <a:buClr>
                <a:schemeClr val="accent1"/>
              </a:buClr>
              <a:buFont typeface="Rambla"/>
              <a:buChar char=""/>
              <a:defRPr sz="2700">
                <a:solidFill>
                  <a:schemeClr val="dk1"/>
                </a:solidFill>
                <a:latin typeface="Rambla"/>
                <a:ea typeface="Rambla"/>
                <a:cs typeface="Rambla"/>
                <a:sym typeface="Rambla"/>
              </a:defRPr>
            </a:lvl1pPr>
            <a:lvl2pPr marL="621792" indent="-94741" algn="l" rtl="0">
              <a:spcBef>
                <a:spcPts val="324"/>
              </a:spcBef>
              <a:buClr>
                <a:schemeClr val="accent1"/>
              </a:buClr>
              <a:buFont typeface="Rambla"/>
              <a:buChar char="◦"/>
              <a:defRPr sz="2300">
                <a:solidFill>
                  <a:schemeClr val="dk1"/>
                </a:solidFill>
                <a:latin typeface="Rambla"/>
                <a:ea typeface="Rambla"/>
                <a:cs typeface="Rambla"/>
                <a:sym typeface="Rambla"/>
              </a:defRPr>
            </a:lvl2pPr>
            <a:lvl3pPr marL="859536" indent="-103886" algn="l" rtl="0">
              <a:spcBef>
                <a:spcPts val="350"/>
              </a:spcBef>
              <a:buClr>
                <a:schemeClr val="accent2"/>
              </a:buClr>
              <a:buFont typeface="Rambla"/>
              <a:buChar char="⚫"/>
              <a:defRPr sz="2100">
                <a:solidFill>
                  <a:schemeClr val="dk1"/>
                </a:solidFill>
                <a:latin typeface="Rambla"/>
                <a:ea typeface="Rambla"/>
                <a:cs typeface="Rambla"/>
                <a:sym typeface="Rambla"/>
              </a:defRPr>
            </a:lvl3pPr>
            <a:lvl4pPr marL="1143000" indent="-107950" algn="l" rtl="0">
              <a:spcBef>
                <a:spcPts val="350"/>
              </a:spcBef>
              <a:buClr>
                <a:schemeClr val="accent2"/>
              </a:buClr>
              <a:buFont typeface="Rambla"/>
              <a:buChar char="⚫"/>
              <a:defRPr sz="1900">
                <a:solidFill>
                  <a:schemeClr val="dk1"/>
                </a:solidFill>
                <a:latin typeface="Rambla"/>
                <a:ea typeface="Rambla"/>
                <a:cs typeface="Rambla"/>
                <a:sym typeface="Rambla"/>
              </a:defRPr>
            </a:lvl4pPr>
            <a:lvl5pPr marL="1371600" indent="-114300" algn="l" rtl="0">
              <a:spcBef>
                <a:spcPts val="350"/>
              </a:spcBef>
              <a:buClr>
                <a:schemeClr val="accent2"/>
              </a:buClr>
              <a:buFont typeface="Rambla"/>
              <a:buChar char="⚫"/>
              <a:defRPr sz="1800">
                <a:solidFill>
                  <a:schemeClr val="dk1"/>
                </a:solidFill>
                <a:latin typeface="Rambla"/>
                <a:ea typeface="Rambla"/>
                <a:cs typeface="Rambla"/>
                <a:sym typeface="Rambla"/>
              </a:defRPr>
            </a:lvl5pPr>
            <a:lvl6pPr marL="1600200" indent="-114300" algn="l" rtl="0">
              <a:spcBef>
                <a:spcPts val="350"/>
              </a:spcBef>
              <a:buClr>
                <a:schemeClr val="accent3"/>
              </a:buClr>
              <a:buFont typeface="Rambla"/>
              <a:buChar char="◾"/>
              <a:defRPr sz="1800">
                <a:solidFill>
                  <a:schemeClr val="dk1"/>
                </a:solidFill>
                <a:latin typeface="Rambla"/>
                <a:ea typeface="Rambla"/>
                <a:cs typeface="Rambla"/>
                <a:sym typeface="Rambla"/>
              </a:defRPr>
            </a:lvl6pPr>
            <a:lvl7pPr marL="1828800" indent="-127000" algn="l" rtl="0">
              <a:spcBef>
                <a:spcPts val="350"/>
              </a:spcBef>
              <a:buClr>
                <a:schemeClr val="accent3"/>
              </a:buClr>
              <a:buFont typeface="Rambla"/>
              <a:buChar char="◾"/>
              <a:defRPr sz="1600">
                <a:solidFill>
                  <a:schemeClr val="dk1"/>
                </a:solidFill>
                <a:latin typeface="Rambla"/>
                <a:ea typeface="Rambla"/>
                <a:cs typeface="Rambla"/>
                <a:sym typeface="Rambla"/>
              </a:defRPr>
            </a:lvl7pPr>
            <a:lvl8pPr marL="2057400" indent="-127000" algn="l" rtl="0">
              <a:spcBef>
                <a:spcPts val="350"/>
              </a:spcBef>
              <a:buClr>
                <a:schemeClr val="accent3"/>
              </a:buClr>
              <a:buFont typeface="Rambla"/>
              <a:buChar char="◾"/>
              <a:defRPr sz="1600">
                <a:solidFill>
                  <a:schemeClr val="dk1"/>
                </a:solidFill>
                <a:latin typeface="Rambla"/>
                <a:ea typeface="Rambla"/>
                <a:cs typeface="Rambla"/>
                <a:sym typeface="Rambla"/>
              </a:defRPr>
            </a:lvl8pPr>
            <a:lvl9pPr marL="2286000" indent="-127000" algn="l" rtl="0">
              <a:spcBef>
                <a:spcPts val="350"/>
              </a:spcBef>
              <a:buClr>
                <a:schemeClr val="accent3"/>
              </a:buClr>
              <a:buFont typeface="Rambla"/>
              <a:buChar char="◾"/>
              <a:defRPr sz="1600" baseline="0">
                <a:solidFill>
                  <a:schemeClr val="dk1"/>
                </a:solidFill>
                <a:latin typeface="Rambla"/>
                <a:ea typeface="Rambla"/>
                <a:cs typeface="Rambla"/>
                <a:sym typeface="Rambla"/>
              </a:defRPr>
            </a:lvl9pPr>
          </a:lstStyle>
          <a:p>
            <a:endParaRPr/>
          </a:p>
        </p:txBody>
      </p:sp>
      <p:sp>
        <p:nvSpPr>
          <p:cNvPr id="24" name="Shape 24"/>
          <p:cNvSpPr txBox="1">
            <a:spLocks noGrp="1"/>
          </p:cNvSpPr>
          <p:nvPr>
            <p:ph type="dt" idx="10"/>
          </p:nvPr>
        </p:nvSpPr>
        <p:spPr>
          <a:xfrm>
            <a:off x="6727032" y="6407944"/>
            <a:ext cx="1920300" cy="365699"/>
          </a:xfrm>
          <a:prstGeom prst="rect">
            <a:avLst/>
          </a:prstGeom>
          <a:noFill/>
          <a:ln>
            <a:noFill/>
          </a:ln>
        </p:spPr>
        <p:txBody>
          <a:bodyPr lIns="91425" tIns="91425" rIns="91425" bIns="91425" anchor="b" anchorCtr="0"/>
          <a:lstStyle>
            <a:lvl1pPr marL="0" marR="0" indent="0" algn="l" rtl="0">
              <a:defRPr sz="1000" b="0" i="0" u="none" strike="noStrike" cap="none" baseline="0">
                <a:solidFill>
                  <a:schemeClr val="dk1"/>
                </a:solidFill>
                <a:latin typeface="Rambla"/>
                <a:ea typeface="Rambla"/>
                <a:cs typeface="Rambla"/>
                <a:sym typeface="Rambla"/>
              </a:defRPr>
            </a:lvl1pPr>
            <a:lvl2pPr marL="457200" marR="0" indent="0" algn="l" rtl="0">
              <a:defRPr sz="1800" b="0" i="0" u="none" strike="noStrike" cap="none" baseline="0">
                <a:solidFill>
                  <a:schemeClr val="dk1"/>
                </a:solidFill>
                <a:latin typeface="Rambla"/>
                <a:ea typeface="Rambla"/>
                <a:cs typeface="Rambla"/>
                <a:sym typeface="Rambla"/>
              </a:defRPr>
            </a:lvl2pPr>
            <a:lvl3pPr marL="914400" marR="0" indent="0" algn="l" rtl="0">
              <a:defRPr sz="1800" b="0" i="0" u="none" strike="noStrike" cap="none" baseline="0">
                <a:solidFill>
                  <a:schemeClr val="dk1"/>
                </a:solidFill>
                <a:latin typeface="Rambla"/>
                <a:ea typeface="Rambla"/>
                <a:cs typeface="Rambla"/>
                <a:sym typeface="Rambla"/>
              </a:defRPr>
            </a:lvl3pPr>
            <a:lvl4pPr marL="1371600" marR="0" indent="0" algn="l" rtl="0">
              <a:defRPr sz="1800" b="0" i="0" u="none" strike="noStrike" cap="none" baseline="0">
                <a:solidFill>
                  <a:schemeClr val="dk1"/>
                </a:solidFill>
                <a:latin typeface="Rambla"/>
                <a:ea typeface="Rambla"/>
                <a:cs typeface="Rambla"/>
                <a:sym typeface="Rambla"/>
              </a:defRPr>
            </a:lvl4pPr>
            <a:lvl5pPr marL="1828800" marR="0" indent="0" algn="l" rtl="0">
              <a:defRPr sz="1800" b="0" i="0" u="none" strike="noStrike" cap="none" baseline="0">
                <a:solidFill>
                  <a:schemeClr val="dk1"/>
                </a:solidFill>
                <a:latin typeface="Rambla"/>
                <a:ea typeface="Rambla"/>
                <a:cs typeface="Rambla"/>
                <a:sym typeface="Rambla"/>
              </a:defRPr>
            </a:lvl5pPr>
            <a:lvl6pPr marL="2286000" marR="0" indent="0" algn="l" rtl="0">
              <a:defRPr sz="1800" b="0" i="0" u="none" strike="noStrike" cap="none" baseline="0">
                <a:solidFill>
                  <a:schemeClr val="dk1"/>
                </a:solidFill>
                <a:latin typeface="Rambla"/>
                <a:ea typeface="Rambla"/>
                <a:cs typeface="Rambla"/>
                <a:sym typeface="Rambla"/>
              </a:defRPr>
            </a:lvl6pPr>
            <a:lvl7pPr marL="2743200" marR="0" indent="0" algn="l" rtl="0">
              <a:defRPr sz="1800" b="0" i="0" u="none" strike="noStrike" cap="none" baseline="0">
                <a:solidFill>
                  <a:schemeClr val="dk1"/>
                </a:solidFill>
                <a:latin typeface="Rambla"/>
                <a:ea typeface="Rambla"/>
                <a:cs typeface="Rambla"/>
                <a:sym typeface="Rambla"/>
              </a:defRPr>
            </a:lvl7pPr>
            <a:lvl8pPr marL="3200400" marR="0" indent="0" algn="l" rtl="0">
              <a:defRPr sz="1800" b="0" i="0" u="none" strike="noStrike" cap="none" baseline="0">
                <a:solidFill>
                  <a:schemeClr val="dk1"/>
                </a:solidFill>
                <a:latin typeface="Rambla"/>
                <a:ea typeface="Rambla"/>
                <a:cs typeface="Rambla"/>
                <a:sym typeface="Rambla"/>
              </a:defRPr>
            </a:lvl8pPr>
            <a:lvl9pPr marL="3657600" marR="0" indent="0" algn="l" rtl="0">
              <a:defRPr sz="1800" b="0" i="0" u="none" strike="noStrike" cap="none" baseline="0">
                <a:solidFill>
                  <a:schemeClr val="dk1"/>
                </a:solidFill>
                <a:latin typeface="Rambla"/>
                <a:ea typeface="Rambla"/>
                <a:cs typeface="Rambla"/>
                <a:sym typeface="Rambla"/>
              </a:defRPr>
            </a:lvl9pPr>
          </a:lstStyle>
          <a:p>
            <a:endParaRPr/>
          </a:p>
        </p:txBody>
      </p:sp>
      <p:sp>
        <p:nvSpPr>
          <p:cNvPr id="25" name="Shape 25"/>
          <p:cNvSpPr txBox="1">
            <a:spLocks noGrp="1"/>
          </p:cNvSpPr>
          <p:nvPr>
            <p:ph type="ftr" idx="11"/>
          </p:nvPr>
        </p:nvSpPr>
        <p:spPr>
          <a:xfrm>
            <a:off x="4380071" y="6407944"/>
            <a:ext cx="2350799" cy="365099"/>
          </a:xfrm>
          <a:prstGeom prst="rect">
            <a:avLst/>
          </a:prstGeom>
          <a:noFill/>
          <a:ln>
            <a:noFill/>
          </a:ln>
        </p:spPr>
        <p:txBody>
          <a:bodyPr lIns="91425" tIns="91425" rIns="91425" bIns="91425" anchor="b" anchorCtr="0"/>
          <a:lstStyle>
            <a:lvl1pPr marL="0" marR="0" indent="0" algn="r" rtl="0">
              <a:defRPr sz="1000" b="0" i="0" u="none" strike="noStrike" cap="none" baseline="0">
                <a:solidFill>
                  <a:schemeClr val="dk1"/>
                </a:solidFill>
                <a:latin typeface="Rambla"/>
                <a:ea typeface="Rambla"/>
                <a:cs typeface="Rambla"/>
                <a:sym typeface="Rambla"/>
              </a:defRPr>
            </a:lvl1pPr>
            <a:lvl2pPr marL="457200" marR="0" indent="0" algn="l" rtl="0">
              <a:defRPr sz="1800" b="0" i="0" u="none" strike="noStrike" cap="none" baseline="0">
                <a:solidFill>
                  <a:schemeClr val="dk1"/>
                </a:solidFill>
                <a:latin typeface="Rambla"/>
                <a:ea typeface="Rambla"/>
                <a:cs typeface="Rambla"/>
                <a:sym typeface="Rambla"/>
              </a:defRPr>
            </a:lvl2pPr>
            <a:lvl3pPr marL="914400" marR="0" indent="0" algn="l" rtl="0">
              <a:defRPr sz="1800" b="0" i="0" u="none" strike="noStrike" cap="none" baseline="0">
                <a:solidFill>
                  <a:schemeClr val="dk1"/>
                </a:solidFill>
                <a:latin typeface="Rambla"/>
                <a:ea typeface="Rambla"/>
                <a:cs typeface="Rambla"/>
                <a:sym typeface="Rambla"/>
              </a:defRPr>
            </a:lvl3pPr>
            <a:lvl4pPr marL="1371600" marR="0" indent="0" algn="l" rtl="0">
              <a:defRPr sz="1800" b="0" i="0" u="none" strike="noStrike" cap="none" baseline="0">
                <a:solidFill>
                  <a:schemeClr val="dk1"/>
                </a:solidFill>
                <a:latin typeface="Rambla"/>
                <a:ea typeface="Rambla"/>
                <a:cs typeface="Rambla"/>
                <a:sym typeface="Rambla"/>
              </a:defRPr>
            </a:lvl4pPr>
            <a:lvl5pPr marL="1828800" marR="0" indent="0" algn="l" rtl="0">
              <a:defRPr sz="1800" b="0" i="0" u="none" strike="noStrike" cap="none" baseline="0">
                <a:solidFill>
                  <a:schemeClr val="dk1"/>
                </a:solidFill>
                <a:latin typeface="Rambla"/>
                <a:ea typeface="Rambla"/>
                <a:cs typeface="Rambla"/>
                <a:sym typeface="Rambla"/>
              </a:defRPr>
            </a:lvl5pPr>
            <a:lvl6pPr marL="2286000" marR="0" indent="0" algn="l" rtl="0">
              <a:defRPr sz="1800" b="0" i="0" u="none" strike="noStrike" cap="none" baseline="0">
                <a:solidFill>
                  <a:schemeClr val="dk1"/>
                </a:solidFill>
                <a:latin typeface="Rambla"/>
                <a:ea typeface="Rambla"/>
                <a:cs typeface="Rambla"/>
                <a:sym typeface="Rambla"/>
              </a:defRPr>
            </a:lvl6pPr>
            <a:lvl7pPr marL="2743200" marR="0" indent="0" algn="l" rtl="0">
              <a:defRPr sz="1800" b="0" i="0" u="none" strike="noStrike" cap="none" baseline="0">
                <a:solidFill>
                  <a:schemeClr val="dk1"/>
                </a:solidFill>
                <a:latin typeface="Rambla"/>
                <a:ea typeface="Rambla"/>
                <a:cs typeface="Rambla"/>
                <a:sym typeface="Rambla"/>
              </a:defRPr>
            </a:lvl7pPr>
            <a:lvl8pPr marL="3200400" marR="0" indent="0" algn="l" rtl="0">
              <a:defRPr sz="1800" b="0" i="0" u="none" strike="noStrike" cap="none" baseline="0">
                <a:solidFill>
                  <a:schemeClr val="dk1"/>
                </a:solidFill>
                <a:latin typeface="Rambla"/>
                <a:ea typeface="Rambla"/>
                <a:cs typeface="Rambla"/>
                <a:sym typeface="Rambla"/>
              </a:defRPr>
            </a:lvl8pPr>
            <a:lvl9pPr marL="3657600" marR="0" indent="0" algn="l" rtl="0">
              <a:defRPr sz="1800" b="0" i="0" u="none" strike="noStrike" cap="none" baseline="0">
                <a:solidFill>
                  <a:schemeClr val="dk1"/>
                </a:solidFill>
                <a:latin typeface="Rambla"/>
                <a:ea typeface="Rambla"/>
                <a:cs typeface="Rambla"/>
                <a:sym typeface="Rambla"/>
              </a:defRPr>
            </a:lvl9pPr>
          </a:lstStyle>
          <a:p>
            <a:endParaRPr/>
          </a:p>
        </p:txBody>
      </p:sp>
      <p:sp>
        <p:nvSpPr>
          <p:cNvPr id="26" name="Shape 26"/>
          <p:cNvSpPr txBox="1">
            <a:spLocks noGrp="1"/>
          </p:cNvSpPr>
          <p:nvPr>
            <p:ph type="sldNum" idx="12"/>
          </p:nvPr>
        </p:nvSpPr>
        <p:spPr>
          <a:xfrm>
            <a:off x="8647271" y="6407944"/>
            <a:ext cx="365699" cy="365099"/>
          </a:xfrm>
          <a:prstGeom prst="rect">
            <a:avLst/>
          </a:prstGeom>
          <a:noFill/>
          <a:ln>
            <a:noFill/>
          </a:ln>
        </p:spPr>
        <p:txBody>
          <a:bodyPr lIns="91425" tIns="91425" rIns="91425" bIns="91425" anchor="b" anchorCtr="0"/>
          <a:lstStyle>
            <a:lvl1pPr marL="0" marR="0" indent="0" algn="r" rtl="0">
              <a:defRPr sz="1000" b="0" i="0" u="none" strike="noStrike" cap="none" baseline="0">
                <a:solidFill>
                  <a:schemeClr val="dk1"/>
                </a:solidFill>
                <a:latin typeface="Rambla"/>
                <a:ea typeface="Rambla"/>
                <a:cs typeface="Rambla"/>
                <a:sym typeface="Rambla"/>
              </a:defRPr>
            </a:lvl1pPr>
            <a:lvl2pPr marL="457200" marR="0" indent="0" algn="l" rtl="0">
              <a:defRPr sz="1800" b="0" i="0" u="none" strike="noStrike" cap="none" baseline="0">
                <a:solidFill>
                  <a:schemeClr val="dk1"/>
                </a:solidFill>
                <a:latin typeface="Rambla"/>
                <a:ea typeface="Rambla"/>
                <a:cs typeface="Rambla"/>
                <a:sym typeface="Rambla"/>
              </a:defRPr>
            </a:lvl2pPr>
            <a:lvl3pPr marL="914400" marR="0" indent="0" algn="l" rtl="0">
              <a:defRPr sz="1800" b="0" i="0" u="none" strike="noStrike" cap="none" baseline="0">
                <a:solidFill>
                  <a:schemeClr val="dk1"/>
                </a:solidFill>
                <a:latin typeface="Rambla"/>
                <a:ea typeface="Rambla"/>
                <a:cs typeface="Rambla"/>
                <a:sym typeface="Rambla"/>
              </a:defRPr>
            </a:lvl3pPr>
            <a:lvl4pPr marL="1371600" marR="0" indent="0" algn="l" rtl="0">
              <a:defRPr sz="1800" b="0" i="0" u="none" strike="noStrike" cap="none" baseline="0">
                <a:solidFill>
                  <a:schemeClr val="dk1"/>
                </a:solidFill>
                <a:latin typeface="Rambla"/>
                <a:ea typeface="Rambla"/>
                <a:cs typeface="Rambla"/>
                <a:sym typeface="Rambla"/>
              </a:defRPr>
            </a:lvl4pPr>
            <a:lvl5pPr marL="1828800" marR="0" indent="0" algn="l" rtl="0">
              <a:defRPr sz="1800" b="0" i="0" u="none" strike="noStrike" cap="none" baseline="0">
                <a:solidFill>
                  <a:schemeClr val="dk1"/>
                </a:solidFill>
                <a:latin typeface="Rambla"/>
                <a:ea typeface="Rambla"/>
                <a:cs typeface="Rambla"/>
                <a:sym typeface="Rambla"/>
              </a:defRPr>
            </a:lvl5pPr>
            <a:lvl6pPr marL="2286000" marR="0" indent="0" algn="l" rtl="0">
              <a:defRPr sz="1800" b="0" i="0" u="none" strike="noStrike" cap="none" baseline="0">
                <a:solidFill>
                  <a:schemeClr val="dk1"/>
                </a:solidFill>
                <a:latin typeface="Rambla"/>
                <a:ea typeface="Rambla"/>
                <a:cs typeface="Rambla"/>
                <a:sym typeface="Rambla"/>
              </a:defRPr>
            </a:lvl6pPr>
            <a:lvl7pPr marL="2743200" marR="0" indent="0" algn="l" rtl="0">
              <a:defRPr sz="1800" b="0" i="0" u="none" strike="noStrike" cap="none" baseline="0">
                <a:solidFill>
                  <a:schemeClr val="dk1"/>
                </a:solidFill>
                <a:latin typeface="Rambla"/>
                <a:ea typeface="Rambla"/>
                <a:cs typeface="Rambla"/>
                <a:sym typeface="Rambla"/>
              </a:defRPr>
            </a:lvl7pPr>
            <a:lvl8pPr marL="3200400" marR="0" indent="0" algn="l" rtl="0">
              <a:defRPr sz="1800" b="0" i="0" u="none" strike="noStrike" cap="none" baseline="0">
                <a:solidFill>
                  <a:schemeClr val="dk1"/>
                </a:solidFill>
                <a:latin typeface="Rambla"/>
                <a:ea typeface="Rambla"/>
                <a:cs typeface="Rambla"/>
                <a:sym typeface="Rambla"/>
              </a:defRPr>
            </a:lvl8pPr>
            <a:lvl9pPr marL="3657600" marR="0" indent="0" algn="l" rtl="0">
              <a:defRPr sz="1800" b="0" i="0" u="none" strike="noStrike" cap="none" baseline="0">
                <a:solidFill>
                  <a:schemeClr val="dk1"/>
                </a:solidFill>
                <a:latin typeface="Rambla"/>
                <a:ea typeface="Rambla"/>
                <a:cs typeface="Rambla"/>
                <a:sym typeface="Rambla"/>
              </a:defRPr>
            </a:lvl9pPr>
          </a:lstStyle>
          <a:p>
            <a:endParaRPr/>
          </a:p>
        </p:txBody>
      </p:sp>
      <p:sp>
        <p:nvSpPr>
          <p:cNvPr id="27" name="Shape 27"/>
          <p:cNvSpPr txBox="1">
            <a:spLocks noGrp="1"/>
          </p:cNvSpPr>
          <p:nvPr>
            <p:ph type="title"/>
          </p:nvPr>
        </p:nvSpPr>
        <p:spPr>
          <a:xfrm>
            <a:off x="457200" y="274637"/>
            <a:ext cx="8229600" cy="1143000"/>
          </a:xfrm>
          <a:prstGeom prst="rect">
            <a:avLst/>
          </a:prstGeom>
          <a:noFill/>
          <a:ln>
            <a:noFill/>
          </a:ln>
        </p:spPr>
        <p:txBody>
          <a:bodyPr lIns="91425" tIns="91425" rIns="91425" bIns="91425" anchor="ctr" anchorCtr="0"/>
          <a:lstStyle>
            <a:lvl1pPr algn="l" rtl="0">
              <a:spcBef>
                <a:spcPts val="0"/>
              </a:spcBef>
              <a:buClr>
                <a:schemeClr val="dk2"/>
              </a:buClr>
              <a:buFont typeface="Rambla"/>
              <a:buNone/>
              <a:defRPr sz="4100" b="1">
                <a:solidFill>
                  <a:schemeClr val="dk2"/>
                </a:solidFill>
                <a:latin typeface="Rambla"/>
                <a:ea typeface="Rambla"/>
                <a:cs typeface="Rambla"/>
                <a:sym typeface="Rambla"/>
              </a:defRPr>
            </a:lvl1pPr>
            <a:lvl2pPr rtl="0">
              <a:defRPr/>
            </a:lvl2pPr>
            <a:lvl3pPr rtl="0">
              <a:defRPr/>
            </a:lvl3pPr>
            <a:lvl4pPr rtl="0">
              <a:defRPr/>
            </a:lvl4pPr>
            <a:lvl5pPr rtl="0">
              <a:defRPr/>
            </a:lvl5pPr>
            <a:lvl6pPr rtl="0">
              <a:defRPr/>
            </a:lvl6pPr>
            <a:lvl7pPr rtl="0">
              <a:defRPr/>
            </a:lvl7pPr>
            <a:lvl8pPr rtl="0">
              <a:defRPr/>
            </a:lvl8pPr>
            <a:lvl9pPr rtl="0">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
        <p:cNvGrpSpPr/>
        <p:nvPr/>
      </p:nvGrpSpPr>
      <p:grpSpPr>
        <a:xfrm>
          <a:off x="0" y="0"/>
          <a:ext cx="0" cy="0"/>
          <a:chOff x="0" y="0"/>
          <a:chExt cx="0" cy="0"/>
        </a:xfrm>
      </p:grpSpPr>
      <p:sp>
        <p:nvSpPr>
          <p:cNvPr id="5" name="Shape 5"/>
          <p:cNvSpPr txBox="1">
            <a:spLocks noGrp="1"/>
          </p:cNvSpPr>
          <p:nvPr>
            <p:ph type="title"/>
          </p:nvPr>
        </p:nvSpPr>
        <p:spPr>
          <a:xfrm>
            <a:off x="457200" y="274637"/>
            <a:ext cx="8229600" cy="1143000"/>
          </a:xfrm>
          <a:prstGeom prst="rect">
            <a:avLst/>
          </a:prstGeom>
          <a:noFill/>
          <a:ln>
            <a:noFill/>
          </a:ln>
        </p:spPr>
        <p:txBody>
          <a:bodyPr lIns="91425" tIns="91425" rIns="91425" bIns="91425" anchor="b" anchorCtr="0"/>
          <a:lstStyle>
            <a:lvl1pPr marL="0" indent="228600" algn="l" rtl="0">
              <a:spcBef>
                <a:spcPts val="0"/>
              </a:spcBef>
              <a:buClr>
                <a:schemeClr val="dk1"/>
              </a:buClr>
              <a:buSzPct val="100000"/>
              <a:buFont typeface="Arial"/>
              <a:buNone/>
              <a:defRPr sz="3600" b="1" i="0" u="none" strike="noStrike" cap="none" baseline="0">
                <a:solidFill>
                  <a:schemeClr val="dk1"/>
                </a:solidFill>
                <a:latin typeface="Arial"/>
                <a:ea typeface="Arial"/>
                <a:cs typeface="Arial"/>
                <a:sym typeface="Arial"/>
              </a:defRPr>
            </a:lvl1pPr>
            <a:lvl2pPr marL="0" indent="228600" algn="l" rtl="0">
              <a:spcBef>
                <a:spcPts val="0"/>
              </a:spcBef>
              <a:buClr>
                <a:schemeClr val="dk1"/>
              </a:buClr>
              <a:buSzPct val="100000"/>
              <a:buFont typeface="Arial"/>
              <a:buNone/>
              <a:defRPr sz="3600" b="1" i="0" u="none" strike="noStrike" cap="none" baseline="0">
                <a:solidFill>
                  <a:schemeClr val="dk1"/>
                </a:solidFill>
                <a:latin typeface="Arial"/>
                <a:ea typeface="Arial"/>
                <a:cs typeface="Arial"/>
                <a:sym typeface="Arial"/>
              </a:defRPr>
            </a:lvl2pPr>
            <a:lvl3pPr marL="0" indent="228600" algn="l" rtl="0">
              <a:spcBef>
                <a:spcPts val="0"/>
              </a:spcBef>
              <a:buClr>
                <a:schemeClr val="dk1"/>
              </a:buClr>
              <a:buSzPct val="100000"/>
              <a:buFont typeface="Arial"/>
              <a:buNone/>
              <a:defRPr sz="3600" b="1" i="0" u="none" strike="noStrike" cap="none" baseline="0">
                <a:solidFill>
                  <a:schemeClr val="dk1"/>
                </a:solidFill>
                <a:latin typeface="Arial"/>
                <a:ea typeface="Arial"/>
                <a:cs typeface="Arial"/>
                <a:sym typeface="Arial"/>
              </a:defRPr>
            </a:lvl3pPr>
            <a:lvl4pPr marL="0" indent="228600" algn="l" rtl="0">
              <a:spcBef>
                <a:spcPts val="0"/>
              </a:spcBef>
              <a:buClr>
                <a:schemeClr val="dk1"/>
              </a:buClr>
              <a:buSzPct val="100000"/>
              <a:buFont typeface="Arial"/>
              <a:buNone/>
              <a:defRPr sz="3600" b="1" i="0" u="none" strike="noStrike" cap="none" baseline="0">
                <a:solidFill>
                  <a:schemeClr val="dk1"/>
                </a:solidFill>
                <a:latin typeface="Arial"/>
                <a:ea typeface="Arial"/>
                <a:cs typeface="Arial"/>
                <a:sym typeface="Arial"/>
              </a:defRPr>
            </a:lvl4pPr>
            <a:lvl5pPr marL="0" indent="228600" algn="l" rtl="0">
              <a:spcBef>
                <a:spcPts val="0"/>
              </a:spcBef>
              <a:buClr>
                <a:schemeClr val="dk1"/>
              </a:buClr>
              <a:buSzPct val="100000"/>
              <a:buFont typeface="Arial"/>
              <a:buNone/>
              <a:defRPr sz="3600" b="1" i="0" u="none" strike="noStrike" cap="none" baseline="0">
                <a:solidFill>
                  <a:schemeClr val="dk1"/>
                </a:solidFill>
                <a:latin typeface="Arial"/>
                <a:ea typeface="Arial"/>
                <a:cs typeface="Arial"/>
                <a:sym typeface="Arial"/>
              </a:defRPr>
            </a:lvl5pPr>
            <a:lvl6pPr marL="0" indent="228600" algn="l" rtl="0">
              <a:spcBef>
                <a:spcPts val="0"/>
              </a:spcBef>
              <a:buClr>
                <a:schemeClr val="dk1"/>
              </a:buClr>
              <a:buSzPct val="100000"/>
              <a:buFont typeface="Arial"/>
              <a:buNone/>
              <a:defRPr sz="3600" b="1" i="0" u="none" strike="noStrike" cap="none" baseline="0">
                <a:solidFill>
                  <a:schemeClr val="dk1"/>
                </a:solidFill>
                <a:latin typeface="Arial"/>
                <a:ea typeface="Arial"/>
                <a:cs typeface="Arial"/>
                <a:sym typeface="Arial"/>
              </a:defRPr>
            </a:lvl6pPr>
            <a:lvl7pPr marL="0" indent="228600" algn="l" rtl="0">
              <a:spcBef>
                <a:spcPts val="0"/>
              </a:spcBef>
              <a:buClr>
                <a:schemeClr val="dk1"/>
              </a:buClr>
              <a:buSzPct val="100000"/>
              <a:buFont typeface="Arial"/>
              <a:buNone/>
              <a:defRPr sz="3600" b="1" i="0" u="none" strike="noStrike" cap="none" baseline="0">
                <a:solidFill>
                  <a:schemeClr val="dk1"/>
                </a:solidFill>
                <a:latin typeface="Arial"/>
                <a:ea typeface="Arial"/>
                <a:cs typeface="Arial"/>
                <a:sym typeface="Arial"/>
              </a:defRPr>
            </a:lvl7pPr>
            <a:lvl8pPr marL="0" indent="228600" algn="l" rtl="0">
              <a:spcBef>
                <a:spcPts val="0"/>
              </a:spcBef>
              <a:buClr>
                <a:schemeClr val="dk1"/>
              </a:buClr>
              <a:buSzPct val="100000"/>
              <a:buFont typeface="Arial"/>
              <a:buNone/>
              <a:defRPr sz="3600" b="1" i="0" u="none" strike="noStrike" cap="none" baseline="0">
                <a:solidFill>
                  <a:schemeClr val="dk1"/>
                </a:solidFill>
                <a:latin typeface="Arial"/>
                <a:ea typeface="Arial"/>
                <a:cs typeface="Arial"/>
                <a:sym typeface="Arial"/>
              </a:defRPr>
            </a:lvl8pPr>
            <a:lvl9pPr marL="0" indent="228600" algn="l" rtl="0">
              <a:spcBef>
                <a:spcPts val="0"/>
              </a:spcBef>
              <a:buClr>
                <a:schemeClr val="dk1"/>
              </a:buClr>
              <a:buSzPct val="100000"/>
              <a:buFont typeface="Arial"/>
              <a:buNone/>
              <a:defRPr sz="3600" b="1" i="0" u="none" strike="noStrike" cap="none" baseline="0">
                <a:solidFill>
                  <a:schemeClr val="dk1"/>
                </a:solidFill>
                <a:latin typeface="Arial"/>
                <a:ea typeface="Arial"/>
                <a:cs typeface="Arial"/>
                <a:sym typeface="Arial"/>
              </a:defRPr>
            </a:lvl9pPr>
          </a:lstStyle>
          <a:p>
            <a:endParaRPr/>
          </a:p>
        </p:txBody>
      </p:sp>
      <p:sp>
        <p:nvSpPr>
          <p:cNvPr id="6" name="Shape 6"/>
          <p:cNvSpPr txBox="1">
            <a:spLocks noGrp="1"/>
          </p:cNvSpPr>
          <p:nvPr>
            <p:ph type="body" idx="1"/>
          </p:nvPr>
        </p:nvSpPr>
        <p:spPr>
          <a:xfrm>
            <a:off x="457200" y="1600200"/>
            <a:ext cx="8229600" cy="4967700"/>
          </a:xfrm>
          <a:prstGeom prst="rect">
            <a:avLst/>
          </a:prstGeom>
          <a:noFill/>
          <a:ln>
            <a:noFill/>
          </a:ln>
        </p:spPr>
        <p:txBody>
          <a:bodyPr lIns="91425" tIns="91425" rIns="91425" bIns="91425" anchor="t" anchorCtr="0"/>
          <a:lstStyle>
            <a:lvl1pPr marL="342900" indent="-342900" algn="l" rtl="0">
              <a:spcBef>
                <a:spcPts val="600"/>
              </a:spcBef>
              <a:buClr>
                <a:schemeClr val="dk1"/>
              </a:buClr>
              <a:buSzPct val="166666"/>
              <a:buFont typeface="Arial"/>
              <a:buChar char="•"/>
              <a:defRPr sz="3000" b="0" i="0" u="none" strike="noStrike" cap="none" baseline="0">
                <a:solidFill>
                  <a:schemeClr val="dk1"/>
                </a:solidFill>
                <a:latin typeface="Arial"/>
                <a:ea typeface="Arial"/>
                <a:cs typeface="Arial"/>
                <a:sym typeface="Arial"/>
              </a:defRPr>
            </a:lvl1pPr>
            <a:lvl2pPr marL="742950" indent="-285750" algn="l" rtl="0">
              <a:spcBef>
                <a:spcPts val="480"/>
              </a:spcBef>
              <a:buClr>
                <a:schemeClr val="dk1"/>
              </a:buClr>
              <a:buSzPct val="100000"/>
              <a:buFont typeface="Courier New"/>
              <a:buChar char="o"/>
              <a:defRPr sz="2400" b="0" i="0" u="none" strike="noStrike" cap="none" baseline="0">
                <a:solidFill>
                  <a:schemeClr val="dk1"/>
                </a:solidFill>
                <a:latin typeface="Arial"/>
                <a:ea typeface="Arial"/>
                <a:cs typeface="Arial"/>
                <a:sym typeface="Arial"/>
              </a:defRPr>
            </a:lvl2pPr>
            <a:lvl3pPr marL="1143000" indent="-228600" algn="l" rtl="0">
              <a:spcBef>
                <a:spcPts val="480"/>
              </a:spcBef>
              <a:buClr>
                <a:schemeClr val="dk1"/>
              </a:buClr>
              <a:buSzPct val="100000"/>
              <a:buFont typeface="Wingdings"/>
              <a:buChar char="§"/>
              <a:defRPr sz="2400" b="0" i="0" u="none" strike="noStrike" cap="none" baseline="0">
                <a:solidFill>
                  <a:schemeClr val="dk1"/>
                </a:solidFill>
                <a:latin typeface="Arial"/>
                <a:ea typeface="Arial"/>
                <a:cs typeface="Arial"/>
                <a:sym typeface="Arial"/>
              </a:defRPr>
            </a:lvl3pPr>
            <a:lvl4pPr marL="1600200" indent="-228600" algn="l" rtl="0">
              <a:spcBef>
                <a:spcPts val="360"/>
              </a:spcBef>
              <a:buClr>
                <a:schemeClr val="dk1"/>
              </a:buClr>
              <a:buSzPct val="166666"/>
              <a:buFont typeface="Arial"/>
              <a:buChar char="•"/>
              <a:defRPr sz="1800" b="0" i="0" u="none" strike="noStrike" cap="none" baseline="0">
                <a:solidFill>
                  <a:schemeClr val="dk1"/>
                </a:solidFill>
                <a:latin typeface="Arial"/>
                <a:ea typeface="Arial"/>
                <a:cs typeface="Arial"/>
                <a:sym typeface="Arial"/>
              </a:defRPr>
            </a:lvl4pPr>
            <a:lvl5pPr marL="2057400" indent="-228600" algn="l" rtl="0">
              <a:spcBef>
                <a:spcPts val="360"/>
              </a:spcBef>
              <a:buClr>
                <a:schemeClr val="dk1"/>
              </a:buClr>
              <a:buSzPct val="100000"/>
              <a:buFont typeface="Courier New"/>
              <a:buChar char="o"/>
              <a:defRPr sz="1800" b="0" i="0" u="none" strike="noStrike" cap="none" baseline="0">
                <a:solidFill>
                  <a:schemeClr val="dk1"/>
                </a:solidFill>
                <a:latin typeface="Arial"/>
                <a:ea typeface="Arial"/>
                <a:cs typeface="Arial"/>
                <a:sym typeface="Arial"/>
              </a:defRPr>
            </a:lvl5pPr>
            <a:lvl6pPr marL="2514600" indent="-228600" algn="l" rtl="0">
              <a:spcBef>
                <a:spcPts val="360"/>
              </a:spcBef>
              <a:buClr>
                <a:schemeClr val="dk1"/>
              </a:buClr>
              <a:buSzPct val="100000"/>
              <a:buFont typeface="Wingdings"/>
              <a:buChar char="§"/>
              <a:defRPr sz="1800" b="0" i="0" u="none" strike="noStrike" cap="none" baseline="0">
                <a:solidFill>
                  <a:schemeClr val="dk1"/>
                </a:solidFill>
                <a:latin typeface="Arial"/>
                <a:ea typeface="Arial"/>
                <a:cs typeface="Arial"/>
                <a:sym typeface="Arial"/>
              </a:defRPr>
            </a:lvl6pPr>
            <a:lvl7pPr marL="2971800" indent="-228600" algn="l" rtl="0">
              <a:spcBef>
                <a:spcPts val="360"/>
              </a:spcBef>
              <a:buClr>
                <a:schemeClr val="dk1"/>
              </a:buClr>
              <a:buSzPct val="166666"/>
              <a:buFont typeface="Arial"/>
              <a:buChar char="•"/>
              <a:defRPr sz="1800" b="0" i="0" u="none" strike="noStrike" cap="none" baseline="0">
                <a:solidFill>
                  <a:schemeClr val="dk1"/>
                </a:solidFill>
                <a:latin typeface="Arial"/>
                <a:ea typeface="Arial"/>
                <a:cs typeface="Arial"/>
                <a:sym typeface="Arial"/>
              </a:defRPr>
            </a:lvl7pPr>
            <a:lvl8pPr marL="3429000" indent="-228600" algn="l" rtl="0">
              <a:spcBef>
                <a:spcPts val="360"/>
              </a:spcBef>
              <a:buClr>
                <a:schemeClr val="dk1"/>
              </a:buClr>
              <a:buSzPct val="100000"/>
              <a:buFont typeface="Courier New"/>
              <a:buChar char="o"/>
              <a:defRPr sz="1800" b="0" i="0" u="none" strike="noStrike" cap="none" baseline="0">
                <a:solidFill>
                  <a:schemeClr val="dk1"/>
                </a:solidFill>
                <a:latin typeface="Arial"/>
                <a:ea typeface="Arial"/>
                <a:cs typeface="Arial"/>
                <a:sym typeface="Arial"/>
              </a:defRPr>
            </a:lvl8pPr>
            <a:lvl9pPr marL="3886200" indent="-228600" algn="l" rtl="0">
              <a:spcBef>
                <a:spcPts val="360"/>
              </a:spcBef>
              <a:buClr>
                <a:schemeClr val="dk1"/>
              </a:buClr>
              <a:buSzPct val="100000"/>
              <a:buFont typeface="Wingdings"/>
              <a:buChar char="§"/>
              <a:defRPr sz="1800" b="0" i="0" u="none" strike="noStrike" cap="none" baseline="0">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Lst>
  <p:txStyles>
    <p:title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p:titleStyle>
    <p:body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p:bodyStyle>
    <p:otherStyle>
      <a:defPPr marR="0" algn="l" rtl="0">
        <a:lnSpc>
          <a:spcPct val="100000"/>
        </a:lnSpc>
        <a:spcBef>
          <a:spcPts val="0"/>
        </a:spcBef>
        <a:spcAft>
          <a:spcPts val="0"/>
        </a:spcAft>
      </a:defPPr>
      <a:lvl1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1pPr>
      <a:lvl2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2pPr>
      <a:lvl3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3pPr>
      <a:lvl4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4pPr>
      <a:lvl5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5pPr>
      <a:lvl6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6pPr>
      <a:lvl7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7pPr>
      <a:lvl8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8pPr>
      <a:lvl9pPr marR="0" algn="l" rtl="0">
        <a:lnSpc>
          <a:spcPct val="100000"/>
        </a:lnSpc>
        <a:spcBef>
          <a:spcPts val="0"/>
        </a:spcBef>
        <a:spcAft>
          <a:spcPts val="0"/>
        </a:spcAft>
        <a:buNone/>
        <a:defRPr sz="1400" b="0" i="0" u="none" strike="noStrike" cap="none" baseline="0">
          <a:solidFill>
            <a:srgbClr val="000000"/>
          </a:solidFill>
          <a:latin typeface="Arial"/>
          <a:ea typeface="Arial"/>
          <a:cs typeface="Arial"/>
          <a:sym typeface="Arial"/>
          <a:rtl val="0"/>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hyperlink" Target="http://httpd.apache.org/" TargetMode="External"/><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hyperlink" Target="http://www.microsoft.com.br/"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hyperlink" Target="http://pt.wikipedia.org/wiki/Sem%C3%A2ntica" TargetMode="Externa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hyperlink" Target="http://pt.wikipedia.org/wiki/Web_sem%C3%A2ntica" TargetMode="Externa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veja.abril.com.br/especiais/tecnologia_2006/p_040.html" TargetMode="External"/><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hyperlink" Target="http://www.w3.org/" TargetMode="Externa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hyperlink" Target="http://www.youtube.com/watch?v=OM6XIICm_qo" TargetMode="Externa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hyperlink" Target="http://tableless.com.br/" TargetMode="External"/><Relationship Id="rId2" Type="http://schemas.openxmlformats.org/officeDocument/2006/relationships/hyperlink" Target="http://html5gallery.com/" TargetMode="Externa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28"/>
        <p:cNvGrpSpPr/>
        <p:nvPr/>
      </p:nvGrpSpPr>
      <p:grpSpPr>
        <a:xfrm>
          <a:off x="0" y="0"/>
          <a:ext cx="0" cy="0"/>
          <a:chOff x="0" y="0"/>
          <a:chExt cx="0" cy="0"/>
        </a:xfrm>
      </p:grpSpPr>
      <p:sp>
        <p:nvSpPr>
          <p:cNvPr id="29" name="Shape 29"/>
          <p:cNvSpPr txBox="1">
            <a:spLocks noGrp="1"/>
          </p:cNvSpPr>
          <p:nvPr>
            <p:ph type="ctrTitle"/>
          </p:nvPr>
        </p:nvSpPr>
        <p:spPr>
          <a:xfrm>
            <a:off x="685800" y="2111123"/>
            <a:ext cx="7772400" cy="1546500"/>
          </a:xfrm>
          <a:prstGeom prst="rect">
            <a:avLst/>
          </a:prstGeom>
          <a:noFill/>
          <a:ln>
            <a:noFill/>
          </a:ln>
        </p:spPr>
        <p:txBody>
          <a:bodyPr lIns="91425" tIns="45700" rIns="91425" bIns="45700" anchor="b" anchorCtr="0">
            <a:noAutofit/>
          </a:bodyPr>
          <a:lstStyle/>
          <a:p>
            <a:pPr marL="0" marR="0" lvl="0" indent="0" algn="r" rtl="0">
              <a:spcBef>
                <a:spcPts val="0"/>
              </a:spcBef>
              <a:buClr>
                <a:schemeClr val="dk2"/>
              </a:buClr>
              <a:buSzPct val="25000"/>
              <a:buFont typeface="Rambla"/>
              <a:buNone/>
            </a:pPr>
            <a:r>
              <a:rPr lang="en-US">
                <a:solidFill>
                  <a:schemeClr val="dk2"/>
                </a:solidFill>
                <a:latin typeface="Rambla"/>
                <a:ea typeface="Rambla"/>
                <a:cs typeface="Rambla"/>
                <a:sym typeface="Rambla"/>
              </a:rPr>
              <a:t>HTML5 e CSS3</a:t>
            </a:r>
          </a:p>
          <a:p>
            <a:endParaRPr lang="en-US">
              <a:solidFill>
                <a:schemeClr val="dk2"/>
              </a:solidFill>
              <a:latin typeface="Rambla"/>
              <a:ea typeface="Rambla"/>
              <a:cs typeface="Rambla"/>
              <a:sym typeface="Rambla"/>
            </a:endParaRPr>
          </a:p>
        </p:txBody>
      </p:sp>
      <p:sp>
        <p:nvSpPr>
          <p:cNvPr id="30" name="Shape 30"/>
          <p:cNvSpPr txBox="1">
            <a:spLocks noGrp="1"/>
          </p:cNvSpPr>
          <p:nvPr>
            <p:ph type="subTitle" idx="1"/>
          </p:nvPr>
        </p:nvSpPr>
        <p:spPr>
          <a:xfrm>
            <a:off x="685800" y="3786737"/>
            <a:ext cx="7772400" cy="1046400"/>
          </a:xfrm>
          <a:prstGeom prst="rect">
            <a:avLst/>
          </a:prstGeom>
          <a:noFill/>
          <a:ln>
            <a:noFill/>
          </a:ln>
        </p:spPr>
        <p:txBody>
          <a:bodyPr lIns="45700" tIns="45700" rIns="45700" bIns="45700" anchor="t" anchorCtr="0">
            <a:noAutofit/>
          </a:bodyPr>
          <a:lstStyle/>
          <a:p>
            <a:pPr marL="0" marR="64008" lvl="0" indent="0" algn="r" rtl="0">
              <a:spcBef>
                <a:spcPts val="400"/>
              </a:spcBef>
              <a:spcAft>
                <a:spcPts val="0"/>
              </a:spcAft>
              <a:buClr>
                <a:schemeClr val="accent1"/>
              </a:buClr>
              <a:buSzPct val="25000"/>
              <a:buFont typeface="Rambla"/>
              <a:buNone/>
            </a:pPr>
            <a:r>
              <a:rPr lang="en-US" sz="2700">
                <a:latin typeface="Rambla"/>
                <a:ea typeface="Rambla"/>
                <a:cs typeface="Rambla"/>
                <a:sym typeface="Rambla"/>
              </a:rPr>
              <a:t>Criação de Websites</a:t>
            </a:r>
          </a:p>
        </p:txBody>
      </p:sp>
    </p:spTree>
  </p:cSld>
  <p:clrMapOvr>
    <a:masterClrMapping/>
  </p:clrMapOvr>
  <p:transition spd="slow">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4"/>
        <p:cNvGrpSpPr/>
        <p:nvPr/>
      </p:nvGrpSpPr>
      <p:grpSpPr>
        <a:xfrm>
          <a:off x="0" y="0"/>
          <a:ext cx="0" cy="0"/>
          <a:chOff x="0" y="0"/>
          <a:chExt cx="0" cy="0"/>
        </a:xfrm>
      </p:grpSpPr>
      <p:sp>
        <p:nvSpPr>
          <p:cNvPr id="35" name="Shape 35"/>
          <p:cNvSpPr txBox="1">
            <a:spLocks noGrp="1"/>
          </p:cNvSpPr>
          <p:nvPr>
            <p:ph type="body" idx="1"/>
          </p:nvPr>
        </p:nvSpPr>
        <p:spPr>
          <a:xfrm>
            <a:off x="457200" y="1481328"/>
            <a:ext cx="8229600" cy="4525963"/>
          </a:xfrm>
          <a:prstGeom prst="rect">
            <a:avLst/>
          </a:prstGeom>
          <a:noFill/>
          <a:ln>
            <a:noFill/>
          </a:ln>
        </p:spPr>
        <p:txBody>
          <a:bodyPr lIns="91425" tIns="45700" rIns="91425" bIns="45700" anchor="t" anchorCtr="0">
            <a:normAutofit/>
          </a:bodyPr>
          <a:lstStyle/>
          <a:p>
            <a:pPr marL="457200" marR="0" lvl="0" indent="-419100" algn="l" rtl="0">
              <a:spcBef>
                <a:spcPts val="400"/>
              </a:spcBef>
              <a:spcAft>
                <a:spcPts val="0"/>
              </a:spcAft>
              <a:buClr>
                <a:schemeClr val="accent1"/>
              </a:buClr>
              <a:buSzPct val="111111"/>
              <a:buFont typeface="Rambla"/>
              <a:buChar char="●"/>
            </a:pPr>
            <a:r>
              <a:rPr lang="en-US" dirty="0" err="1"/>
              <a:t>Apresentação</a:t>
            </a:r>
            <a:r>
              <a:rPr lang="en-US" dirty="0"/>
              <a:t> </a:t>
            </a:r>
            <a:r>
              <a:rPr lang="en-US" dirty="0" err="1"/>
              <a:t>Senac</a:t>
            </a:r>
            <a:endParaRPr lang="en-US" dirty="0"/>
          </a:p>
          <a:p>
            <a:pPr marL="457200" marR="0" lvl="0" indent="-419100" algn="l" rtl="0">
              <a:spcBef>
                <a:spcPts val="400"/>
              </a:spcBef>
              <a:spcAft>
                <a:spcPts val="0"/>
              </a:spcAft>
              <a:buClr>
                <a:schemeClr val="accent1"/>
              </a:buClr>
              <a:buSzPct val="111111"/>
              <a:buFont typeface="Rambla"/>
              <a:buChar char="●"/>
            </a:pPr>
            <a:r>
              <a:rPr lang="en-US" dirty="0"/>
              <a:t>O </a:t>
            </a:r>
            <a:r>
              <a:rPr lang="en-US" dirty="0" err="1" smtClean="0"/>
              <a:t>curso</a:t>
            </a:r>
            <a:endParaRPr lang="en-US" dirty="0" smtClean="0"/>
          </a:p>
          <a:p>
            <a:pPr marL="457200" marR="0" lvl="0" indent="-419100" algn="l" rtl="0">
              <a:spcBef>
                <a:spcPts val="400"/>
              </a:spcBef>
              <a:spcAft>
                <a:spcPts val="0"/>
              </a:spcAft>
              <a:buClr>
                <a:schemeClr val="accent1"/>
              </a:buClr>
              <a:buSzPct val="111111"/>
              <a:buFont typeface="Rambla"/>
              <a:buChar char="●"/>
            </a:pPr>
            <a:r>
              <a:rPr lang="en-US" dirty="0" err="1" smtClean="0"/>
              <a:t>Introdução</a:t>
            </a:r>
            <a:endParaRPr lang="en-US" dirty="0"/>
          </a:p>
          <a:p>
            <a:pPr marL="457200" marR="0" lvl="0" indent="-400050" algn="l" rtl="0">
              <a:spcBef>
                <a:spcPts val="400"/>
              </a:spcBef>
              <a:spcAft>
                <a:spcPts val="0"/>
              </a:spcAft>
              <a:buClr>
                <a:schemeClr val="accent1"/>
              </a:buClr>
              <a:buSzPct val="100000"/>
              <a:buFont typeface="Rambla"/>
              <a:buChar char="●"/>
            </a:pPr>
            <a:r>
              <a:rPr lang="en-US" sz="2700" b="0" i="0" u="none" strike="noStrike" cap="none" baseline="0" dirty="0" err="1">
                <a:solidFill>
                  <a:schemeClr val="dk1"/>
                </a:solidFill>
                <a:latin typeface="Rambla"/>
                <a:ea typeface="Rambla"/>
                <a:cs typeface="Rambla"/>
                <a:sym typeface="Rambla"/>
              </a:rPr>
              <a:t>História</a:t>
            </a:r>
            <a:r>
              <a:rPr lang="en-US" sz="2700" b="0" i="0" u="none" strike="noStrike" cap="none" baseline="0" dirty="0">
                <a:solidFill>
                  <a:schemeClr val="dk1"/>
                </a:solidFill>
                <a:latin typeface="Rambla"/>
                <a:ea typeface="Rambla"/>
                <a:cs typeface="Rambla"/>
                <a:sym typeface="Rambla"/>
              </a:rPr>
              <a:t> da Internet</a:t>
            </a:r>
          </a:p>
          <a:p>
            <a:pPr marL="457200" marR="0" lvl="0" indent="-400050" algn="l" rtl="0">
              <a:spcBef>
                <a:spcPts val="400"/>
              </a:spcBef>
              <a:spcAft>
                <a:spcPts val="0"/>
              </a:spcAft>
              <a:buClr>
                <a:schemeClr val="accent1"/>
              </a:buClr>
              <a:buSzPct val="100000"/>
              <a:buFont typeface="Rambla"/>
              <a:buChar char="●"/>
            </a:pPr>
            <a:r>
              <a:rPr lang="en-US" sz="2700" b="0" i="0" u="none" strike="noStrike" cap="none" baseline="0" dirty="0" err="1" smtClean="0">
                <a:solidFill>
                  <a:schemeClr val="dk1"/>
                </a:solidFill>
                <a:latin typeface="Rambla"/>
                <a:ea typeface="Rambla"/>
                <a:cs typeface="Rambla"/>
                <a:sym typeface="Rambla"/>
              </a:rPr>
              <a:t>Evolução</a:t>
            </a:r>
            <a:r>
              <a:rPr lang="en-US" sz="2700" b="0" i="0" u="none" strike="noStrike" cap="none" baseline="0" dirty="0" smtClean="0">
                <a:solidFill>
                  <a:schemeClr val="dk1"/>
                </a:solidFill>
                <a:latin typeface="Rambla"/>
                <a:ea typeface="Rambla"/>
                <a:cs typeface="Rambla"/>
                <a:sym typeface="Rambla"/>
              </a:rPr>
              <a:t> do HTML</a:t>
            </a:r>
            <a:endParaRPr lang="en-US" sz="2700" b="0" i="0" u="none" strike="noStrike" cap="none" baseline="0" dirty="0">
              <a:solidFill>
                <a:schemeClr val="dk1"/>
              </a:solidFill>
              <a:latin typeface="Rambla"/>
              <a:ea typeface="Rambla"/>
              <a:cs typeface="Rambla"/>
              <a:sym typeface="Rambla"/>
            </a:endParaRPr>
          </a:p>
        </p:txBody>
      </p:sp>
      <p:sp>
        <p:nvSpPr>
          <p:cNvPr id="36" name="Shape 36"/>
          <p:cNvSpPr txBox="1">
            <a:spLocks noGrp="1"/>
          </p:cNvSpPr>
          <p:nvPr>
            <p:ph type="title"/>
          </p:nvPr>
        </p:nvSpPr>
        <p:spPr>
          <a:xfrm>
            <a:off x="457200" y="274637"/>
            <a:ext cx="8229600" cy="1143000"/>
          </a:xfrm>
          <a:prstGeom prst="rect">
            <a:avLst/>
          </a:prstGeom>
          <a:noFill/>
          <a:ln>
            <a:noFill/>
          </a:ln>
        </p:spPr>
        <p:txBody>
          <a:bodyPr lIns="91425" tIns="45700" rIns="91425" bIns="45700" anchor="ctr" anchorCtr="0">
            <a:noAutofit/>
          </a:bodyPr>
          <a:lstStyle/>
          <a:p>
            <a:pPr marL="0" marR="0" lvl="0" indent="0" algn="l" rtl="0">
              <a:spcBef>
                <a:spcPts val="0"/>
              </a:spcBef>
              <a:buClr>
                <a:schemeClr val="dk2"/>
              </a:buClr>
              <a:buSzPct val="25000"/>
              <a:buFont typeface="Rambla"/>
              <a:buNone/>
            </a:pPr>
            <a:r>
              <a:rPr lang="en-US"/>
              <a:t>HTML5 e CSS3 - </a:t>
            </a:r>
            <a:r>
              <a:rPr lang="en-US" sz="4100" b="1" i="0" u="none" strike="noStrike" cap="none" baseline="0">
                <a:solidFill>
                  <a:schemeClr val="dk2"/>
                </a:solidFill>
                <a:latin typeface="Rambla"/>
                <a:ea typeface="Rambla"/>
                <a:cs typeface="Rambla"/>
                <a:sym typeface="Rambla"/>
              </a:rPr>
              <a:t>Criação de Websites</a:t>
            </a:r>
          </a:p>
        </p:txBody>
      </p:sp>
    </p:spTree>
  </p:cSld>
  <p:clrMapOvr>
    <a:masterClrMapping/>
  </p:clrMapOvr>
  <p:transition spd="slow">
    <p:cu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41" name="Shape 41"/>
          <p:cNvSpPr txBox="1">
            <a:spLocks noGrp="1"/>
          </p:cNvSpPr>
          <p:nvPr>
            <p:ph type="body" idx="1"/>
          </p:nvPr>
        </p:nvSpPr>
        <p:spPr>
          <a:xfrm>
            <a:off x="457200" y="1481328"/>
            <a:ext cx="8229600" cy="4526100"/>
          </a:xfrm>
          <a:prstGeom prst="rect">
            <a:avLst/>
          </a:prstGeom>
        </p:spPr>
        <p:txBody>
          <a:bodyPr lIns="91425" tIns="91425" rIns="91425" bIns="91425" anchor="t" anchorCtr="0">
            <a:noAutofit/>
          </a:bodyPr>
          <a:lstStyle/>
          <a:p>
            <a:pPr marL="457200" lvl="0" indent="-419100" rtl="0">
              <a:buClr>
                <a:schemeClr val="accent1"/>
              </a:buClr>
              <a:buSzPct val="111111"/>
              <a:buFont typeface="Rambla"/>
              <a:buChar char="●"/>
            </a:pPr>
            <a:r>
              <a:rPr lang="en-US" dirty="0" err="1"/>
              <a:t>Apresentação</a:t>
            </a:r>
            <a:r>
              <a:rPr lang="en-US" dirty="0"/>
              <a:t> da </a:t>
            </a:r>
            <a:r>
              <a:rPr lang="en-US" dirty="0" err="1"/>
              <a:t>Unidade</a:t>
            </a:r>
            <a:endParaRPr lang="en-US" dirty="0"/>
          </a:p>
          <a:p>
            <a:pPr marL="457200" lvl="0" indent="-419100" rtl="0">
              <a:buClr>
                <a:schemeClr val="accent1"/>
              </a:buClr>
              <a:buSzPct val="111111"/>
              <a:buFont typeface="Rambla"/>
              <a:buChar char="●"/>
            </a:pPr>
            <a:r>
              <a:rPr lang="en-US" dirty="0" err="1"/>
              <a:t>Apresentação</a:t>
            </a:r>
            <a:r>
              <a:rPr lang="en-US" dirty="0"/>
              <a:t> </a:t>
            </a:r>
            <a:r>
              <a:rPr lang="en-US" dirty="0" err="1" smtClean="0"/>
              <a:t>Docente</a:t>
            </a:r>
            <a:endParaRPr lang="en-US" dirty="0" smtClean="0"/>
          </a:p>
          <a:p>
            <a:pPr marL="713232" lvl="1" indent="-419100">
              <a:buSzPct val="111111"/>
              <a:buFont typeface="Rambla"/>
              <a:buChar char="●"/>
            </a:pPr>
            <a:r>
              <a:rPr lang="en-US" dirty="0" smtClean="0"/>
              <a:t>Daniel Kawasaki</a:t>
            </a:r>
          </a:p>
          <a:p>
            <a:pPr marL="713232" lvl="1" indent="-419100">
              <a:buSzPct val="111111"/>
              <a:buFont typeface="Rambla"/>
              <a:buChar char="●"/>
            </a:pPr>
            <a:r>
              <a:rPr lang="en-US" dirty="0" err="1" smtClean="0"/>
              <a:t>Docente</a:t>
            </a:r>
            <a:r>
              <a:rPr lang="en-US" dirty="0" smtClean="0"/>
              <a:t> do </a:t>
            </a:r>
            <a:r>
              <a:rPr lang="en-US" dirty="0" err="1" smtClean="0"/>
              <a:t>Senac</a:t>
            </a:r>
            <a:r>
              <a:rPr lang="en-US" dirty="0" smtClean="0"/>
              <a:t> </a:t>
            </a:r>
            <a:r>
              <a:rPr lang="en-US" dirty="0" err="1" smtClean="0"/>
              <a:t>desde</a:t>
            </a:r>
            <a:r>
              <a:rPr lang="en-US" dirty="0" smtClean="0"/>
              <a:t> 2009 </a:t>
            </a:r>
            <a:r>
              <a:rPr lang="en-US" dirty="0" err="1" smtClean="0"/>
              <a:t>para</a:t>
            </a:r>
            <a:r>
              <a:rPr lang="en-US" dirty="0" smtClean="0"/>
              <a:t> </a:t>
            </a:r>
            <a:r>
              <a:rPr lang="en-US" dirty="0" err="1" smtClean="0"/>
              <a:t>os</a:t>
            </a:r>
            <a:r>
              <a:rPr lang="en-US" dirty="0" smtClean="0"/>
              <a:t> </a:t>
            </a:r>
            <a:r>
              <a:rPr lang="en-US" dirty="0" err="1" smtClean="0"/>
              <a:t>cursos</a:t>
            </a:r>
            <a:r>
              <a:rPr lang="en-US" dirty="0" smtClean="0"/>
              <a:t> </a:t>
            </a:r>
            <a:r>
              <a:rPr lang="en-US" dirty="0" err="1" smtClean="0"/>
              <a:t>técnicos</a:t>
            </a:r>
            <a:r>
              <a:rPr lang="en-US" dirty="0" smtClean="0"/>
              <a:t> e </a:t>
            </a:r>
            <a:r>
              <a:rPr lang="en-US" dirty="0" err="1" smtClean="0"/>
              <a:t>cursos</a:t>
            </a:r>
            <a:r>
              <a:rPr lang="en-US" dirty="0" smtClean="0"/>
              <a:t> </a:t>
            </a:r>
            <a:r>
              <a:rPr lang="en-US" dirty="0" err="1" smtClean="0"/>
              <a:t>livres</a:t>
            </a:r>
            <a:endParaRPr lang="en-US" dirty="0" smtClean="0"/>
          </a:p>
          <a:p>
            <a:pPr marL="713232" lvl="1" indent="-419100">
              <a:buSzPct val="111111"/>
              <a:buFont typeface="Rambla"/>
              <a:buChar char="●"/>
            </a:pPr>
            <a:r>
              <a:rPr lang="en-US" dirty="0" err="1" smtClean="0"/>
              <a:t>Formação</a:t>
            </a:r>
            <a:r>
              <a:rPr lang="en-US" dirty="0" smtClean="0"/>
              <a:t>: </a:t>
            </a:r>
            <a:r>
              <a:rPr lang="en-US" dirty="0" err="1" smtClean="0"/>
              <a:t>Análise</a:t>
            </a:r>
            <a:r>
              <a:rPr lang="en-US" dirty="0" smtClean="0"/>
              <a:t> de </a:t>
            </a:r>
            <a:r>
              <a:rPr lang="en-US" dirty="0" err="1" smtClean="0"/>
              <a:t>Sistemas</a:t>
            </a:r>
            <a:endParaRPr lang="en-US" dirty="0" smtClean="0"/>
          </a:p>
          <a:p>
            <a:pPr marL="713232" lvl="1" indent="-419100">
              <a:buSzPct val="111111"/>
              <a:buFont typeface="Rambla"/>
              <a:buChar char="●"/>
            </a:pPr>
            <a:r>
              <a:rPr lang="en-US" dirty="0" err="1" smtClean="0"/>
              <a:t>Certificação</a:t>
            </a:r>
            <a:r>
              <a:rPr lang="en-US" dirty="0" smtClean="0"/>
              <a:t> Furukawa </a:t>
            </a:r>
            <a:r>
              <a:rPr lang="en-US" dirty="0" err="1" smtClean="0"/>
              <a:t>em</a:t>
            </a:r>
            <a:r>
              <a:rPr lang="en-US" dirty="0" smtClean="0"/>
              <a:t>:</a:t>
            </a:r>
          </a:p>
          <a:p>
            <a:pPr marL="950976" lvl="2" indent="-419100">
              <a:buSzPct val="111111"/>
              <a:buFont typeface="Rambla"/>
              <a:buChar char="●"/>
            </a:pPr>
            <a:r>
              <a:rPr lang="en-US" dirty="0" smtClean="0"/>
              <a:t>FCP (Furukawa Certified Professional)</a:t>
            </a:r>
          </a:p>
          <a:p>
            <a:pPr marL="950976" lvl="2" indent="-419100">
              <a:buSzPct val="111111"/>
              <a:buFont typeface="Rambla"/>
              <a:buChar char="●"/>
            </a:pPr>
            <a:r>
              <a:rPr lang="en-US" dirty="0" smtClean="0"/>
              <a:t>FCP </a:t>
            </a:r>
            <a:r>
              <a:rPr lang="en-US" dirty="0" err="1" smtClean="0"/>
              <a:t>Fibras</a:t>
            </a:r>
            <a:r>
              <a:rPr lang="en-US" dirty="0" smtClean="0"/>
              <a:t> </a:t>
            </a:r>
            <a:r>
              <a:rPr lang="en-US" dirty="0" err="1" smtClean="0"/>
              <a:t>Ópticas</a:t>
            </a:r>
            <a:endParaRPr lang="en-US" dirty="0"/>
          </a:p>
          <a:p>
            <a:pPr marL="457200" lvl="0" indent="-419100">
              <a:buClr>
                <a:schemeClr val="accent1"/>
              </a:buClr>
              <a:buSzPct val="111111"/>
              <a:buFont typeface="Rambla"/>
              <a:buChar char="●"/>
            </a:pPr>
            <a:r>
              <a:rPr lang="en-US" dirty="0" err="1"/>
              <a:t>Apresentação</a:t>
            </a:r>
            <a:r>
              <a:rPr lang="en-US" dirty="0"/>
              <a:t> dos </a:t>
            </a:r>
            <a:r>
              <a:rPr lang="en-US" dirty="0" err="1"/>
              <a:t>Alunos</a:t>
            </a:r>
            <a:endParaRPr lang="en-US" dirty="0"/>
          </a:p>
        </p:txBody>
      </p:sp>
      <p:sp>
        <p:nvSpPr>
          <p:cNvPr id="42" name="Shape 42"/>
          <p:cNvSpPr txBox="1">
            <a:spLocks noGrp="1"/>
          </p:cNvSpPr>
          <p:nvPr>
            <p:ph type="title"/>
          </p:nvPr>
        </p:nvSpPr>
        <p:spPr>
          <a:xfrm>
            <a:off x="457200" y="274637"/>
            <a:ext cx="8229600" cy="1143000"/>
          </a:xfrm>
          <a:prstGeom prst="rect">
            <a:avLst/>
          </a:prstGeom>
        </p:spPr>
        <p:txBody>
          <a:bodyPr lIns="91425" tIns="91425" rIns="91425" bIns="91425" anchor="ctr" anchorCtr="0">
            <a:noAutofit/>
          </a:bodyPr>
          <a:lstStyle/>
          <a:p>
            <a:pPr>
              <a:buNone/>
            </a:pPr>
            <a:r>
              <a:rPr lang="en-US" dirty="0" err="1"/>
              <a:t>Apresentação</a:t>
            </a:r>
            <a:r>
              <a:rPr lang="en-US" dirty="0"/>
              <a:t> </a:t>
            </a:r>
            <a:r>
              <a:rPr lang="en-US" dirty="0" err="1"/>
              <a:t>Senac</a:t>
            </a:r>
            <a:endParaRPr lang="en-US" dirty="0"/>
          </a:p>
        </p:txBody>
      </p:sp>
    </p:spTree>
  </p:cSld>
  <p:clrMapOvr>
    <a:masterClrMapping/>
  </p:clrMapOvr>
  <p:transition spd="slow">
    <p:cu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Shape 47"/>
          <p:cNvSpPr txBox="1">
            <a:spLocks noGrp="1"/>
          </p:cNvSpPr>
          <p:nvPr>
            <p:ph type="body" idx="1"/>
          </p:nvPr>
        </p:nvSpPr>
        <p:spPr>
          <a:xfrm>
            <a:off x="457200" y="1481328"/>
            <a:ext cx="8229600" cy="4526100"/>
          </a:xfrm>
          <a:prstGeom prst="rect">
            <a:avLst/>
          </a:prstGeom>
        </p:spPr>
        <p:txBody>
          <a:bodyPr lIns="91425" tIns="91425" rIns="91425" bIns="91425" anchor="t" anchorCtr="0">
            <a:noAutofit/>
          </a:bodyPr>
          <a:lstStyle/>
          <a:p>
            <a:pPr marL="457200" lvl="0" indent="-419100" rtl="0">
              <a:buClr>
                <a:schemeClr val="accent1"/>
              </a:buClr>
              <a:buSzPct val="111111"/>
              <a:buFont typeface="Rambla"/>
              <a:buChar char="●"/>
            </a:pPr>
            <a:r>
              <a:rPr lang="en-US"/>
              <a:t>HTML5 e CSS3 -  Criação de Websites</a:t>
            </a:r>
          </a:p>
          <a:p>
            <a:pPr marL="914400" lvl="1" indent="-381000" rtl="0">
              <a:buClr>
                <a:schemeClr val="accent1"/>
              </a:buClr>
              <a:buSzPct val="88888"/>
              <a:buFont typeface="Rambla"/>
              <a:buChar char="○"/>
            </a:pPr>
            <a:r>
              <a:rPr lang="en-US"/>
              <a:t>Curso de entrada para área de WEB</a:t>
            </a:r>
          </a:p>
          <a:p>
            <a:pPr marL="914400" lvl="1" indent="-381000" rtl="0">
              <a:buClr>
                <a:schemeClr val="accent1"/>
              </a:buClr>
              <a:buSzPct val="88888"/>
              <a:buFont typeface="Rambla"/>
              <a:buChar char="○"/>
            </a:pPr>
            <a:r>
              <a:rPr lang="en-US"/>
              <a:t>Duração do Curso: 40 horas</a:t>
            </a:r>
          </a:p>
          <a:p>
            <a:pPr marL="914400" lvl="1" indent="-381000" rtl="0">
              <a:buClr>
                <a:schemeClr val="accent1"/>
              </a:buClr>
              <a:buSzPct val="88888"/>
              <a:buFont typeface="Rambla"/>
              <a:buChar char="○"/>
            </a:pPr>
            <a:r>
              <a:rPr lang="en-US"/>
              <a:t>Direcionado para o público iniciante</a:t>
            </a:r>
          </a:p>
          <a:p>
            <a:pPr marL="914400" lvl="1" indent="-381000" rtl="0">
              <a:buClr>
                <a:schemeClr val="accent1"/>
              </a:buClr>
              <a:buSzPct val="88888"/>
              <a:buFont typeface="Rambla"/>
              <a:buChar char="○"/>
            </a:pPr>
            <a:r>
              <a:rPr lang="en-US"/>
              <a:t>Módulo inicial do curso Front End Developer</a:t>
            </a:r>
          </a:p>
          <a:p>
            <a:pPr marL="914400" lvl="1" indent="-381000" rtl="0">
              <a:buClr>
                <a:schemeClr val="accent1"/>
              </a:buClr>
              <a:buSzPct val="88888"/>
              <a:buFont typeface="Rambla"/>
              <a:buChar char="○"/>
            </a:pPr>
            <a:r>
              <a:rPr lang="en-US"/>
              <a:t>Presente nos demais cursos de formação WEB</a:t>
            </a:r>
          </a:p>
          <a:p>
            <a:pPr marL="914400" lvl="1" indent="-381000" rtl="0">
              <a:buClr>
                <a:schemeClr val="accent1"/>
              </a:buClr>
              <a:buSzPct val="88888"/>
              <a:buFont typeface="Rambla"/>
              <a:buChar char="○"/>
            </a:pPr>
            <a:r>
              <a:rPr lang="en-US"/>
              <a:t>Editor de código baseados em texto: Bloco de Notas, NotePad++ ou similares</a:t>
            </a:r>
          </a:p>
        </p:txBody>
      </p:sp>
      <p:sp>
        <p:nvSpPr>
          <p:cNvPr id="48" name="Shape 48"/>
          <p:cNvSpPr txBox="1">
            <a:spLocks noGrp="1"/>
          </p:cNvSpPr>
          <p:nvPr>
            <p:ph type="title"/>
          </p:nvPr>
        </p:nvSpPr>
        <p:spPr>
          <a:xfrm>
            <a:off x="457200" y="274637"/>
            <a:ext cx="8229600" cy="1143000"/>
          </a:xfrm>
          <a:prstGeom prst="rect">
            <a:avLst/>
          </a:prstGeom>
        </p:spPr>
        <p:txBody>
          <a:bodyPr lIns="91425" tIns="91425" rIns="91425" bIns="91425" anchor="ctr" anchorCtr="0">
            <a:noAutofit/>
          </a:bodyPr>
          <a:lstStyle/>
          <a:p>
            <a:pPr>
              <a:buNone/>
            </a:pPr>
            <a:r>
              <a:rPr lang="en-US"/>
              <a:t>O Curso</a:t>
            </a:r>
          </a:p>
        </p:txBody>
      </p:sp>
    </p:spTree>
  </p:cSld>
  <p:clrMapOvr>
    <a:masterClrMapping/>
  </p:clrMapOvr>
  <p:transition spd="slow">
    <p:cu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Texto 1"/>
          <p:cNvSpPr>
            <a:spLocks noGrp="1"/>
          </p:cNvSpPr>
          <p:nvPr>
            <p:ph type="body" idx="1"/>
          </p:nvPr>
        </p:nvSpPr>
        <p:spPr/>
        <p:txBody>
          <a:bodyPr/>
          <a:lstStyle/>
          <a:p>
            <a:pPr>
              <a:buFont typeface="Arial" panose="020B0604020202020204" pitchFamily="34" charset="0"/>
              <a:buChar char="•"/>
            </a:pPr>
            <a:r>
              <a:rPr lang="pt-BR" dirty="0" smtClean="0"/>
              <a:t>Média de tempo  que tem disponível para acessar a Internet</a:t>
            </a:r>
          </a:p>
          <a:p>
            <a:pPr>
              <a:buFont typeface="Arial" panose="020B0604020202020204" pitchFamily="34" charset="0"/>
              <a:buChar char="•"/>
            </a:pPr>
            <a:r>
              <a:rPr lang="pt-BR" dirty="0" smtClean="0"/>
              <a:t>Quais são os sites e serviços que utilizam com mais frequência</a:t>
            </a:r>
            <a:endParaRPr lang="pt-BR" dirty="0"/>
          </a:p>
        </p:txBody>
      </p:sp>
      <p:sp>
        <p:nvSpPr>
          <p:cNvPr id="3" name="Título 2"/>
          <p:cNvSpPr>
            <a:spLocks noGrp="1"/>
          </p:cNvSpPr>
          <p:nvPr>
            <p:ph type="title"/>
          </p:nvPr>
        </p:nvSpPr>
        <p:spPr/>
        <p:txBody>
          <a:bodyPr/>
          <a:lstStyle/>
          <a:p>
            <a:r>
              <a:rPr lang="pt-BR" dirty="0" smtClean="0"/>
              <a:t>Atividade</a:t>
            </a:r>
            <a:endParaRPr lang="pt-BR" dirty="0"/>
          </a:p>
        </p:txBody>
      </p:sp>
    </p:spTree>
    <p:extLst>
      <p:ext uri="{BB962C8B-B14F-4D97-AF65-F5344CB8AC3E}">
        <p14:creationId xmlns:p14="http://schemas.microsoft.com/office/powerpoint/2010/main" val="2666458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2"/>
        <p:cNvGrpSpPr/>
        <p:nvPr/>
      </p:nvGrpSpPr>
      <p:grpSpPr>
        <a:xfrm>
          <a:off x="0" y="0"/>
          <a:ext cx="0" cy="0"/>
          <a:chOff x="0" y="0"/>
          <a:chExt cx="0" cy="0"/>
        </a:xfrm>
      </p:grpSpPr>
      <p:sp>
        <p:nvSpPr>
          <p:cNvPr id="53" name="Shape 53"/>
          <p:cNvSpPr txBox="1">
            <a:spLocks noGrp="1"/>
          </p:cNvSpPr>
          <p:nvPr>
            <p:ph type="body" idx="1"/>
          </p:nvPr>
        </p:nvSpPr>
        <p:spPr>
          <a:xfrm>
            <a:off x="457200" y="1481328"/>
            <a:ext cx="8229600" cy="4525963"/>
          </a:xfrm>
          <a:prstGeom prst="rect">
            <a:avLst/>
          </a:prstGeom>
          <a:noFill/>
          <a:ln>
            <a:noFill/>
          </a:ln>
        </p:spPr>
        <p:txBody>
          <a:bodyPr lIns="91425" tIns="45700" rIns="91425" bIns="45700" anchor="t" anchorCtr="0">
            <a:noAutofit/>
          </a:bodyPr>
          <a:lstStyle/>
          <a:p>
            <a:pPr marL="457200" marR="0" lvl="0" indent="-400050" algn="l" rtl="0">
              <a:spcBef>
                <a:spcPts val="400"/>
              </a:spcBef>
              <a:spcAft>
                <a:spcPts val="0"/>
              </a:spcAft>
              <a:buClr>
                <a:schemeClr val="accent1"/>
              </a:buClr>
              <a:buSzPct val="100000"/>
              <a:buFont typeface="Rambla"/>
              <a:buChar char="●"/>
            </a:pPr>
            <a:r>
              <a:rPr lang="en-US" sz="2700" b="0" i="0" u="none" strike="noStrike" cap="none" baseline="0">
                <a:solidFill>
                  <a:schemeClr val="dk1"/>
                </a:solidFill>
                <a:latin typeface="Rambla"/>
                <a:ea typeface="Rambla"/>
                <a:cs typeface="Rambla"/>
                <a:sym typeface="Rambla"/>
              </a:rPr>
              <a:t>A Internet é um conjunto de redes de alcance mundial: </a:t>
            </a:r>
          </a:p>
          <a:p>
            <a:pPr marL="914400" marR="0" lvl="1" indent="-374650" algn="l" rtl="0">
              <a:spcBef>
                <a:spcPts val="324"/>
              </a:spcBef>
              <a:buClr>
                <a:schemeClr val="accent1"/>
              </a:buClr>
              <a:buSzPct val="100000"/>
              <a:buFont typeface="Rambla"/>
              <a:buChar char="○"/>
            </a:pPr>
            <a:r>
              <a:rPr lang="en-US" sz="2300" b="0" i="0" u="none" strike="noStrike" cap="none" baseline="0">
                <a:solidFill>
                  <a:schemeClr val="dk1"/>
                </a:solidFill>
                <a:latin typeface="Rambla"/>
                <a:ea typeface="Rambla"/>
                <a:cs typeface="Rambla"/>
                <a:sym typeface="Rambla"/>
              </a:rPr>
              <a:t>Comunicação é transparente para o usuário; </a:t>
            </a:r>
          </a:p>
          <a:p>
            <a:pPr marL="914400" marR="0" lvl="1" indent="-374650" algn="l" rtl="0">
              <a:spcBef>
                <a:spcPts val="324"/>
              </a:spcBef>
              <a:buClr>
                <a:schemeClr val="accent1"/>
              </a:buClr>
              <a:buSzPct val="100000"/>
              <a:buFont typeface="Rambla"/>
              <a:buChar char="○"/>
            </a:pPr>
            <a:r>
              <a:rPr lang="en-US" sz="2300" b="0" i="0" u="none" strike="noStrike" cap="none" baseline="0">
                <a:solidFill>
                  <a:schemeClr val="dk1"/>
                </a:solidFill>
                <a:latin typeface="Rambla"/>
                <a:ea typeface="Rambla"/>
                <a:cs typeface="Rambla"/>
                <a:sym typeface="Rambla"/>
              </a:rPr>
              <a:t>Cada ponto de uma rede tem uma identidade; </a:t>
            </a:r>
          </a:p>
          <a:p>
            <a:pPr marL="914400" marR="0" lvl="1" indent="-374650" algn="l" rtl="0">
              <a:spcBef>
                <a:spcPts val="324"/>
              </a:spcBef>
              <a:buClr>
                <a:schemeClr val="accent1"/>
              </a:buClr>
              <a:buSzPct val="100000"/>
              <a:buFont typeface="Rambla"/>
              <a:buChar char="○"/>
            </a:pPr>
            <a:r>
              <a:rPr lang="en-US" sz="2300" b="0" i="0" u="none" strike="noStrike" cap="none" baseline="0">
                <a:solidFill>
                  <a:schemeClr val="dk1"/>
                </a:solidFill>
                <a:latin typeface="Rambla"/>
                <a:ea typeface="Rambla"/>
                <a:cs typeface="Rambla"/>
                <a:sym typeface="Rambla"/>
              </a:rPr>
              <a:t>O funcionamento de cada rede é independente das outras; </a:t>
            </a:r>
          </a:p>
          <a:p>
            <a:pPr marL="914400" marR="0" lvl="1" indent="-374650" algn="l" rtl="0">
              <a:spcBef>
                <a:spcPts val="324"/>
              </a:spcBef>
              <a:buClr>
                <a:schemeClr val="accent1"/>
              </a:buClr>
              <a:buSzPct val="100000"/>
              <a:buFont typeface="Rambla"/>
              <a:buChar char="○"/>
            </a:pPr>
            <a:r>
              <a:rPr lang="en-US" sz="2300" b="0" i="0" u="none" strike="noStrike" cap="none" baseline="0">
                <a:solidFill>
                  <a:schemeClr val="dk1"/>
                </a:solidFill>
                <a:latin typeface="Rambla"/>
                <a:ea typeface="Rambla"/>
                <a:cs typeface="Rambla"/>
                <a:sym typeface="Rambla"/>
              </a:rPr>
              <a:t>Utiliza regras para comunicação entre os pontos. </a:t>
            </a:r>
          </a:p>
          <a:p>
            <a:endParaRPr lang="en-US" sz="2300" b="0" i="0" u="none" strike="noStrike" cap="none" baseline="0">
              <a:solidFill>
                <a:schemeClr val="dk1"/>
              </a:solidFill>
              <a:latin typeface="Rambla"/>
              <a:ea typeface="Rambla"/>
              <a:cs typeface="Rambla"/>
              <a:sym typeface="Rambla"/>
            </a:endParaRPr>
          </a:p>
          <a:p>
            <a:pPr marL="457200" marR="0" lvl="0" indent="-400050" algn="l" rtl="0">
              <a:spcBef>
                <a:spcPts val="400"/>
              </a:spcBef>
              <a:spcAft>
                <a:spcPts val="0"/>
              </a:spcAft>
              <a:buClr>
                <a:schemeClr val="accent1"/>
              </a:buClr>
              <a:buSzPct val="100000"/>
              <a:buFont typeface="Rambla"/>
              <a:buChar char="●"/>
            </a:pPr>
            <a:r>
              <a:rPr lang="en-US" sz="2700" b="0" i="0" u="none" strike="noStrike" cap="none" baseline="0">
                <a:solidFill>
                  <a:schemeClr val="dk1"/>
                </a:solidFill>
                <a:latin typeface="Rambla"/>
                <a:ea typeface="Rambla"/>
                <a:cs typeface="Rambla"/>
                <a:sym typeface="Rambla"/>
              </a:rPr>
              <a:t>Ela revolucionou o mundo dos computadores e das comunicações em geral.</a:t>
            </a:r>
          </a:p>
        </p:txBody>
      </p:sp>
      <p:sp>
        <p:nvSpPr>
          <p:cNvPr id="54" name="Shape 54"/>
          <p:cNvSpPr txBox="1">
            <a:spLocks noGrp="1"/>
          </p:cNvSpPr>
          <p:nvPr>
            <p:ph type="title"/>
          </p:nvPr>
        </p:nvSpPr>
        <p:spPr>
          <a:xfrm>
            <a:off x="457200" y="274637"/>
            <a:ext cx="8229600" cy="1143000"/>
          </a:xfrm>
          <a:prstGeom prst="rect">
            <a:avLst/>
          </a:prstGeom>
          <a:noFill/>
          <a:ln>
            <a:noFill/>
          </a:ln>
        </p:spPr>
        <p:txBody>
          <a:bodyPr lIns="91425" tIns="45700" rIns="91425" bIns="45700" anchor="ctr" anchorCtr="0">
            <a:noAutofit/>
          </a:bodyPr>
          <a:lstStyle/>
          <a:p>
            <a:pPr marL="0" marR="0" lvl="0" indent="0" algn="l" rtl="0">
              <a:spcBef>
                <a:spcPts val="0"/>
              </a:spcBef>
              <a:buClr>
                <a:schemeClr val="dk2"/>
              </a:buClr>
              <a:buSzPct val="25000"/>
              <a:buFont typeface="Rambla"/>
              <a:buNone/>
            </a:pPr>
            <a:r>
              <a:rPr lang="en-US" sz="4100" b="1" i="0" u="none" strike="noStrike" cap="none" baseline="0">
                <a:solidFill>
                  <a:schemeClr val="dk2"/>
                </a:solidFill>
                <a:latin typeface="Rambla"/>
                <a:ea typeface="Rambla"/>
                <a:cs typeface="Rambla"/>
                <a:sym typeface="Rambla"/>
              </a:rPr>
              <a:t>Introdução</a:t>
            </a:r>
          </a:p>
        </p:txBody>
      </p:sp>
    </p:spTree>
  </p:cSld>
  <p:clrMapOvr>
    <a:masterClrMapping/>
  </p:clrMapOvr>
  <p:transition spd="slow">
    <p:cu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Shape 59"/>
          <p:cNvSpPr txBox="1">
            <a:spLocks noGrp="1"/>
          </p:cNvSpPr>
          <p:nvPr>
            <p:ph type="body" idx="1"/>
          </p:nvPr>
        </p:nvSpPr>
        <p:spPr>
          <a:xfrm>
            <a:off x="457200" y="1481328"/>
            <a:ext cx="8229600" cy="4525963"/>
          </a:xfrm>
          <a:prstGeom prst="rect">
            <a:avLst/>
          </a:prstGeom>
          <a:noFill/>
          <a:ln>
            <a:noFill/>
          </a:ln>
        </p:spPr>
        <p:txBody>
          <a:bodyPr lIns="91425" tIns="45700" rIns="91425" bIns="45700" anchor="t" anchorCtr="0">
            <a:noAutofit/>
          </a:bodyPr>
          <a:lstStyle/>
          <a:p>
            <a:pPr marL="457200" marR="0" lvl="0" indent="-400050" algn="l" rtl="0">
              <a:spcBef>
                <a:spcPts val="400"/>
              </a:spcBef>
              <a:spcAft>
                <a:spcPts val="0"/>
              </a:spcAft>
              <a:buClr>
                <a:schemeClr val="accent1"/>
              </a:buClr>
              <a:buSzPct val="100000"/>
              <a:buFont typeface="Rambla"/>
              <a:buChar char="●"/>
            </a:pPr>
            <a:r>
              <a:rPr lang="en-US" sz="2700" b="0" i="0" u="none" strike="noStrike" cap="none" baseline="0">
                <a:solidFill>
                  <a:schemeClr val="dk1"/>
                </a:solidFill>
                <a:latin typeface="Rambla"/>
                <a:ea typeface="Rambla"/>
                <a:cs typeface="Rambla"/>
                <a:sym typeface="Rambla"/>
              </a:rPr>
              <a:t>A Internet foi desenvolvida durante a guerra fria por uma agência militar americana chamada ARPA; </a:t>
            </a:r>
          </a:p>
          <a:p>
            <a:pPr marL="457200" marR="0" lvl="0" indent="-400050" algn="l" rtl="0">
              <a:spcBef>
                <a:spcPts val="400"/>
              </a:spcBef>
              <a:spcAft>
                <a:spcPts val="0"/>
              </a:spcAft>
              <a:buClr>
                <a:schemeClr val="accent1"/>
              </a:buClr>
              <a:buSzPct val="100000"/>
              <a:buFont typeface="Rambla"/>
              <a:buChar char="●"/>
            </a:pPr>
            <a:r>
              <a:rPr lang="en-US" sz="2700" b="0" i="0" u="none" strike="noStrike" cap="none" baseline="0">
                <a:solidFill>
                  <a:schemeClr val="dk1"/>
                </a:solidFill>
                <a:latin typeface="Rambla"/>
                <a:ea typeface="Rambla"/>
                <a:cs typeface="Rambla"/>
                <a:sym typeface="Rambla"/>
              </a:rPr>
              <a:t>Inicialmente o seu projeto se chamada ARPANet e foi lançada em 1969; </a:t>
            </a:r>
          </a:p>
          <a:p>
            <a:pPr marL="457200" marR="0" lvl="0" indent="-400050" algn="l" rtl="0">
              <a:spcBef>
                <a:spcPts val="400"/>
              </a:spcBef>
              <a:spcAft>
                <a:spcPts val="0"/>
              </a:spcAft>
              <a:buClr>
                <a:schemeClr val="accent1"/>
              </a:buClr>
              <a:buSzPct val="100000"/>
              <a:buFont typeface="Rambla"/>
              <a:buChar char="●"/>
            </a:pPr>
            <a:r>
              <a:rPr lang="en-US" sz="2700" b="0" i="0" u="none" strike="noStrike" cap="none" baseline="0">
                <a:solidFill>
                  <a:schemeClr val="dk1"/>
                </a:solidFill>
                <a:latin typeface="Rambla"/>
                <a:ea typeface="Rambla"/>
                <a:cs typeface="Rambla"/>
                <a:sym typeface="Rambla"/>
              </a:rPr>
              <a:t>A Internet foi aberta para o acesso ao público em geral em 1991;</a:t>
            </a:r>
          </a:p>
          <a:p>
            <a:pPr marL="457200" marR="0" lvl="0" indent="-400050" algn="l" rtl="0">
              <a:spcBef>
                <a:spcPts val="400"/>
              </a:spcBef>
              <a:spcAft>
                <a:spcPts val="0"/>
              </a:spcAft>
              <a:buClr>
                <a:schemeClr val="accent1"/>
              </a:buClr>
              <a:buSzPct val="100000"/>
              <a:buFont typeface="Rambla"/>
              <a:buChar char="●"/>
            </a:pPr>
            <a:r>
              <a:rPr lang="en-US" sz="2700" b="0" i="0" u="none" strike="noStrike" cap="none" baseline="0">
                <a:solidFill>
                  <a:schemeClr val="dk1"/>
                </a:solidFill>
                <a:latin typeface="Rambla"/>
                <a:ea typeface="Rambla"/>
                <a:cs typeface="Rambla"/>
                <a:sym typeface="Rambla"/>
              </a:rPr>
              <a:t>Neste mesmo ano a Internet chegou ao Brasil com a RNP (Rede Nacional de Pesquisa); </a:t>
            </a:r>
          </a:p>
        </p:txBody>
      </p:sp>
      <p:sp>
        <p:nvSpPr>
          <p:cNvPr id="60" name="Shape 60"/>
          <p:cNvSpPr txBox="1">
            <a:spLocks noGrp="1"/>
          </p:cNvSpPr>
          <p:nvPr>
            <p:ph type="title"/>
          </p:nvPr>
        </p:nvSpPr>
        <p:spPr>
          <a:xfrm>
            <a:off x="457200" y="274637"/>
            <a:ext cx="8229600" cy="1143000"/>
          </a:xfrm>
          <a:prstGeom prst="rect">
            <a:avLst/>
          </a:prstGeom>
          <a:noFill/>
          <a:ln>
            <a:noFill/>
          </a:ln>
        </p:spPr>
        <p:txBody>
          <a:bodyPr lIns="91425" tIns="45700" rIns="91425" bIns="45700" anchor="ctr" anchorCtr="0">
            <a:noAutofit/>
          </a:bodyPr>
          <a:lstStyle/>
          <a:p>
            <a:pPr marL="0" marR="0" lvl="0" indent="0" algn="l" rtl="0">
              <a:spcBef>
                <a:spcPts val="0"/>
              </a:spcBef>
              <a:buClr>
                <a:schemeClr val="dk2"/>
              </a:buClr>
              <a:buSzPct val="25000"/>
              <a:buFont typeface="Rambla"/>
              <a:buNone/>
            </a:pPr>
            <a:r>
              <a:rPr lang="en-US" sz="4100" b="1" i="0" u="none" strike="noStrike" cap="none" baseline="0">
                <a:solidFill>
                  <a:schemeClr val="dk2"/>
                </a:solidFill>
                <a:latin typeface="Rambla"/>
                <a:ea typeface="Rambla"/>
                <a:cs typeface="Rambla"/>
                <a:sym typeface="Rambla"/>
              </a:rPr>
              <a:t>História da Internet</a:t>
            </a:r>
          </a:p>
        </p:txBody>
      </p:sp>
    </p:spTree>
  </p:cSld>
  <p:clrMapOvr>
    <a:masterClrMapping/>
  </p:clrMapOvr>
  <p:transition spd="slow">
    <p:cu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Shape 65"/>
          <p:cNvSpPr txBox="1">
            <a:spLocks noGrp="1"/>
          </p:cNvSpPr>
          <p:nvPr>
            <p:ph type="body" idx="1"/>
          </p:nvPr>
        </p:nvSpPr>
        <p:spPr>
          <a:xfrm>
            <a:off x="457200" y="1481328"/>
            <a:ext cx="8229600" cy="4525963"/>
          </a:xfrm>
          <a:prstGeom prst="rect">
            <a:avLst/>
          </a:prstGeom>
          <a:noFill/>
          <a:ln>
            <a:noFill/>
          </a:ln>
        </p:spPr>
        <p:txBody>
          <a:bodyPr lIns="91425" tIns="45700" rIns="91425" bIns="45700" anchor="t" anchorCtr="0">
            <a:noAutofit/>
          </a:bodyPr>
          <a:lstStyle/>
          <a:p>
            <a:pPr marL="558800" indent="-457200">
              <a:buSzPct val="68000"/>
            </a:pPr>
            <a:r>
              <a:rPr lang="en-US" sz="2700" b="0" i="0" u="none" strike="noStrike" cap="none" baseline="0" dirty="0" err="1">
                <a:solidFill>
                  <a:schemeClr val="dk1"/>
                </a:solidFill>
                <a:latin typeface="Rambla"/>
                <a:ea typeface="Rambla"/>
                <a:cs typeface="Rambla"/>
                <a:sym typeface="Rambla"/>
              </a:rPr>
              <a:t>Protocolo</a:t>
            </a:r>
            <a:r>
              <a:rPr lang="en-US" sz="2700" b="0" i="0" u="none" strike="noStrike" cap="none" baseline="0" dirty="0">
                <a:solidFill>
                  <a:schemeClr val="dk1"/>
                </a:solidFill>
                <a:latin typeface="Rambla"/>
                <a:ea typeface="Rambla"/>
                <a:cs typeface="Rambla"/>
                <a:sym typeface="Rambla"/>
              </a:rPr>
              <a:t> é um </a:t>
            </a:r>
            <a:r>
              <a:rPr lang="en-US" sz="2700" b="0" i="0" u="none" strike="noStrike" cap="none" baseline="0" dirty="0" err="1">
                <a:solidFill>
                  <a:schemeClr val="dk1"/>
                </a:solidFill>
                <a:latin typeface="Rambla"/>
                <a:ea typeface="Rambla"/>
                <a:cs typeface="Rambla"/>
                <a:sym typeface="Rambla"/>
              </a:rPr>
              <a:t>conjunto</a:t>
            </a:r>
            <a:r>
              <a:rPr lang="en-US" sz="2700" b="0" i="0" u="none" strike="noStrike" cap="none" baseline="0" dirty="0">
                <a:solidFill>
                  <a:schemeClr val="dk1"/>
                </a:solidFill>
                <a:latin typeface="Rambla"/>
                <a:ea typeface="Rambla"/>
                <a:cs typeface="Rambla"/>
                <a:sym typeface="Rambla"/>
              </a:rPr>
              <a:t> de </a:t>
            </a:r>
            <a:r>
              <a:rPr lang="en-US" sz="2700" b="0" i="0" u="none" strike="noStrike" cap="none" baseline="0" dirty="0" err="1">
                <a:solidFill>
                  <a:schemeClr val="dk1"/>
                </a:solidFill>
                <a:latin typeface="Rambla"/>
                <a:ea typeface="Rambla"/>
                <a:cs typeface="Rambla"/>
                <a:sym typeface="Rambla"/>
              </a:rPr>
              <a:t>regras</a:t>
            </a:r>
            <a:r>
              <a:rPr lang="en-US" sz="2700" b="0" i="0" u="none" strike="noStrike" cap="none" baseline="0" dirty="0">
                <a:solidFill>
                  <a:schemeClr val="dk1"/>
                </a:solidFill>
                <a:latin typeface="Rambla"/>
                <a:ea typeface="Rambla"/>
                <a:cs typeface="Rambla"/>
                <a:sym typeface="Rambla"/>
              </a:rPr>
              <a:t> </a:t>
            </a:r>
            <a:r>
              <a:rPr lang="en-US" sz="2700" b="0" i="0" u="none" strike="noStrike" cap="none" baseline="0" dirty="0" err="1">
                <a:solidFill>
                  <a:schemeClr val="dk1"/>
                </a:solidFill>
                <a:latin typeface="Rambla"/>
                <a:ea typeface="Rambla"/>
                <a:cs typeface="Rambla"/>
                <a:sym typeface="Rambla"/>
              </a:rPr>
              <a:t>que</a:t>
            </a:r>
            <a:r>
              <a:rPr lang="en-US" sz="2700" b="0" i="0" u="none" strike="noStrike" cap="none" baseline="0" dirty="0">
                <a:solidFill>
                  <a:schemeClr val="dk1"/>
                </a:solidFill>
                <a:latin typeface="Rambla"/>
                <a:ea typeface="Rambla"/>
                <a:cs typeface="Rambla"/>
                <a:sym typeface="Rambla"/>
              </a:rPr>
              <a:t> </a:t>
            </a:r>
            <a:r>
              <a:rPr lang="en-US" sz="2700" b="0" i="0" u="none" strike="noStrike" cap="none" baseline="0" dirty="0" err="1">
                <a:solidFill>
                  <a:schemeClr val="dk1"/>
                </a:solidFill>
                <a:latin typeface="Rambla"/>
                <a:ea typeface="Rambla"/>
                <a:cs typeface="Rambla"/>
                <a:sym typeface="Rambla"/>
              </a:rPr>
              <a:t>uma</a:t>
            </a:r>
            <a:r>
              <a:rPr lang="en-US" sz="2700" b="0" i="0" u="none" strike="noStrike" cap="none" baseline="0" dirty="0">
                <a:solidFill>
                  <a:schemeClr val="dk1"/>
                </a:solidFill>
                <a:latin typeface="Rambla"/>
                <a:ea typeface="Rambla"/>
                <a:cs typeface="Rambla"/>
                <a:sym typeface="Rambla"/>
              </a:rPr>
              <a:t> </a:t>
            </a:r>
            <a:r>
              <a:rPr lang="en-US" sz="2700" b="0" i="0" u="none" strike="noStrike" cap="none" baseline="0" dirty="0" err="1">
                <a:solidFill>
                  <a:schemeClr val="dk1"/>
                </a:solidFill>
                <a:latin typeface="Rambla"/>
                <a:ea typeface="Rambla"/>
                <a:cs typeface="Rambla"/>
                <a:sym typeface="Rambla"/>
              </a:rPr>
              <a:t>rede</a:t>
            </a:r>
            <a:r>
              <a:rPr lang="en-US" sz="2700" b="0" i="0" u="none" strike="noStrike" cap="none" baseline="0" dirty="0">
                <a:solidFill>
                  <a:schemeClr val="dk1"/>
                </a:solidFill>
                <a:latin typeface="Rambla"/>
                <a:ea typeface="Rambla"/>
                <a:cs typeface="Rambla"/>
                <a:sym typeface="Rambla"/>
              </a:rPr>
              <a:t> </a:t>
            </a:r>
            <a:r>
              <a:rPr lang="en-US" sz="2700" b="0" i="0" u="none" strike="noStrike" cap="none" baseline="0" dirty="0" err="1">
                <a:solidFill>
                  <a:schemeClr val="dk1"/>
                </a:solidFill>
                <a:latin typeface="Rambla"/>
                <a:ea typeface="Rambla"/>
                <a:cs typeface="Rambla"/>
                <a:sym typeface="Rambla"/>
              </a:rPr>
              <a:t>utiliza</a:t>
            </a:r>
            <a:r>
              <a:rPr lang="en-US" sz="2700" b="0" i="0" u="none" strike="noStrike" cap="none" baseline="0" dirty="0">
                <a:solidFill>
                  <a:schemeClr val="dk1"/>
                </a:solidFill>
                <a:latin typeface="Rambla"/>
                <a:ea typeface="Rambla"/>
                <a:cs typeface="Rambla"/>
                <a:sym typeface="Rambla"/>
              </a:rPr>
              <a:t> </a:t>
            </a:r>
            <a:r>
              <a:rPr lang="en-US" sz="2700" b="0" i="0" u="none" strike="noStrike" cap="none" baseline="0" dirty="0" err="1">
                <a:solidFill>
                  <a:schemeClr val="dk1"/>
                </a:solidFill>
                <a:latin typeface="Rambla"/>
                <a:ea typeface="Rambla"/>
                <a:cs typeface="Rambla"/>
                <a:sym typeface="Rambla"/>
              </a:rPr>
              <a:t>para</a:t>
            </a:r>
            <a:r>
              <a:rPr lang="en-US" sz="2700" b="0" i="0" u="none" strike="noStrike" cap="none" baseline="0" dirty="0">
                <a:solidFill>
                  <a:schemeClr val="dk1"/>
                </a:solidFill>
                <a:latin typeface="Rambla"/>
                <a:ea typeface="Rambla"/>
                <a:cs typeface="Rambla"/>
                <a:sym typeface="Rambla"/>
              </a:rPr>
              <a:t> </a:t>
            </a:r>
            <a:r>
              <a:rPr lang="en-US" sz="2700" b="0" i="0" u="none" strike="noStrike" cap="none" baseline="0" dirty="0" err="1">
                <a:solidFill>
                  <a:schemeClr val="dk1"/>
                </a:solidFill>
                <a:latin typeface="Rambla"/>
                <a:ea typeface="Rambla"/>
                <a:cs typeface="Rambla"/>
                <a:sym typeface="Rambla"/>
              </a:rPr>
              <a:t>comunicação</a:t>
            </a:r>
            <a:r>
              <a:rPr lang="en-US" sz="2700" b="0" i="0" u="none" strike="noStrike" cap="none" baseline="0" dirty="0">
                <a:solidFill>
                  <a:schemeClr val="dk1"/>
                </a:solidFill>
                <a:latin typeface="Rambla"/>
                <a:ea typeface="Rambla"/>
                <a:cs typeface="Rambla"/>
                <a:sym typeface="Rambla"/>
              </a:rPr>
              <a:t> entre </a:t>
            </a:r>
            <a:r>
              <a:rPr lang="en-US" sz="2700" b="0" i="0" u="none" strike="noStrike" cap="none" baseline="0" dirty="0" err="1">
                <a:solidFill>
                  <a:schemeClr val="dk1"/>
                </a:solidFill>
                <a:latin typeface="Rambla"/>
                <a:ea typeface="Rambla"/>
                <a:cs typeface="Rambla"/>
                <a:sym typeface="Rambla"/>
              </a:rPr>
              <a:t>seus</a:t>
            </a:r>
            <a:r>
              <a:rPr lang="en-US" sz="2700" b="0" i="0" u="none" strike="noStrike" cap="none" baseline="0" dirty="0">
                <a:solidFill>
                  <a:schemeClr val="dk1"/>
                </a:solidFill>
                <a:latin typeface="Rambla"/>
                <a:ea typeface="Rambla"/>
                <a:cs typeface="Rambla"/>
                <a:sym typeface="Rambla"/>
              </a:rPr>
              <a:t> </a:t>
            </a:r>
            <a:r>
              <a:rPr lang="en-US" sz="2700" b="0" i="0" u="none" strike="noStrike" cap="none" baseline="0" dirty="0" err="1">
                <a:solidFill>
                  <a:schemeClr val="dk1"/>
                </a:solidFill>
                <a:latin typeface="Rambla"/>
                <a:ea typeface="Rambla"/>
                <a:cs typeface="Rambla"/>
                <a:sym typeface="Rambla"/>
              </a:rPr>
              <a:t>pontos</a:t>
            </a:r>
            <a:r>
              <a:rPr lang="en-US" sz="2700" b="0" i="0" u="none" strike="noStrike" cap="none" baseline="0" dirty="0">
                <a:solidFill>
                  <a:schemeClr val="dk1"/>
                </a:solidFill>
                <a:latin typeface="Rambla"/>
                <a:ea typeface="Rambla"/>
                <a:cs typeface="Rambla"/>
                <a:sym typeface="Rambla"/>
              </a:rPr>
              <a:t>; </a:t>
            </a:r>
          </a:p>
          <a:p>
            <a:pPr marL="558800" indent="-457200">
              <a:buSzPct val="68000"/>
            </a:pPr>
            <a:r>
              <a:rPr lang="en-US" sz="2700" b="0" i="0" u="none" strike="noStrike" cap="none" baseline="0" dirty="0">
                <a:solidFill>
                  <a:schemeClr val="dk1"/>
                </a:solidFill>
                <a:latin typeface="Rambla"/>
                <a:ea typeface="Rambla"/>
                <a:cs typeface="Rambla"/>
                <a:sym typeface="Rambla"/>
              </a:rPr>
              <a:t>A Internet </a:t>
            </a:r>
            <a:r>
              <a:rPr lang="en-US" sz="2700" b="0" i="0" u="none" strike="noStrike" cap="none" baseline="0" dirty="0" err="1">
                <a:solidFill>
                  <a:schemeClr val="dk1"/>
                </a:solidFill>
                <a:latin typeface="Rambla"/>
                <a:ea typeface="Rambla"/>
                <a:cs typeface="Rambla"/>
                <a:sym typeface="Rambla"/>
              </a:rPr>
              <a:t>utiliza</a:t>
            </a:r>
            <a:r>
              <a:rPr lang="en-US" sz="2700" b="0" i="0" u="none" strike="noStrike" cap="none" baseline="0" dirty="0">
                <a:solidFill>
                  <a:schemeClr val="dk1"/>
                </a:solidFill>
                <a:latin typeface="Rambla"/>
                <a:ea typeface="Rambla"/>
                <a:cs typeface="Rambla"/>
                <a:sym typeface="Rambla"/>
              </a:rPr>
              <a:t> </a:t>
            </a:r>
            <a:r>
              <a:rPr lang="en-US" sz="2700" b="0" i="0" u="none" strike="noStrike" cap="none" baseline="0" dirty="0" err="1">
                <a:solidFill>
                  <a:schemeClr val="dk1"/>
                </a:solidFill>
                <a:latin typeface="Rambla"/>
                <a:ea typeface="Rambla"/>
                <a:cs typeface="Rambla"/>
                <a:sym typeface="Rambla"/>
              </a:rPr>
              <a:t>principalmente</a:t>
            </a:r>
            <a:r>
              <a:rPr lang="en-US" sz="2700" b="0" i="0" u="none" strike="noStrike" cap="none" baseline="0" dirty="0">
                <a:solidFill>
                  <a:schemeClr val="dk1"/>
                </a:solidFill>
                <a:latin typeface="Rambla"/>
                <a:ea typeface="Rambla"/>
                <a:cs typeface="Rambla"/>
                <a:sym typeface="Rambla"/>
              </a:rPr>
              <a:t> </a:t>
            </a:r>
            <a:r>
              <a:rPr lang="en-US" sz="2700" b="0" i="0" u="none" strike="noStrike" cap="none" baseline="0" dirty="0" err="1">
                <a:solidFill>
                  <a:schemeClr val="dk1"/>
                </a:solidFill>
                <a:latin typeface="Rambla"/>
                <a:ea typeface="Rambla"/>
                <a:cs typeface="Rambla"/>
                <a:sym typeface="Rambla"/>
              </a:rPr>
              <a:t>os</a:t>
            </a:r>
            <a:r>
              <a:rPr lang="en-US" sz="2700" b="0" i="0" u="none" strike="noStrike" cap="none" baseline="0" dirty="0">
                <a:solidFill>
                  <a:schemeClr val="dk1"/>
                </a:solidFill>
                <a:latin typeface="Rambla"/>
                <a:ea typeface="Rambla"/>
                <a:cs typeface="Rambla"/>
                <a:sym typeface="Rambla"/>
              </a:rPr>
              <a:t> </a:t>
            </a:r>
            <a:r>
              <a:rPr lang="en-US" sz="2700" b="0" i="0" u="none" strike="noStrike" cap="none" baseline="0" dirty="0" err="1">
                <a:solidFill>
                  <a:schemeClr val="dk1"/>
                </a:solidFill>
                <a:latin typeface="Rambla"/>
                <a:ea typeface="Rambla"/>
                <a:cs typeface="Rambla"/>
                <a:sym typeface="Rambla"/>
              </a:rPr>
              <a:t>protocolos</a:t>
            </a:r>
            <a:r>
              <a:rPr lang="en-US" sz="2700" b="0" i="0" u="none" strike="noStrike" cap="none" baseline="0" dirty="0">
                <a:solidFill>
                  <a:schemeClr val="dk1"/>
                </a:solidFill>
                <a:latin typeface="Rambla"/>
                <a:ea typeface="Rambla"/>
                <a:cs typeface="Rambla"/>
                <a:sym typeface="Rambla"/>
              </a:rPr>
              <a:t> TCP/IP; </a:t>
            </a:r>
          </a:p>
          <a:p>
            <a:pPr marL="723901" lvl="1" indent="-342900"/>
            <a:r>
              <a:rPr lang="en-US" sz="2300" b="0" i="0" u="none" strike="noStrike" cap="none" baseline="0" dirty="0">
                <a:solidFill>
                  <a:schemeClr val="dk1"/>
                </a:solidFill>
                <a:latin typeface="Rambla"/>
                <a:ea typeface="Rambla"/>
                <a:cs typeface="Rambla"/>
                <a:sym typeface="Rambla"/>
              </a:rPr>
              <a:t>TCP - Transmission Control Protocol;</a:t>
            </a:r>
          </a:p>
          <a:p>
            <a:pPr marL="621792" marR="0" lvl="1" indent="-240791" algn="l" rtl="0">
              <a:spcBef>
                <a:spcPts val="324"/>
              </a:spcBef>
              <a:buClr>
                <a:schemeClr val="accent1"/>
              </a:buClr>
              <a:buSzPct val="100000"/>
              <a:buFont typeface="Rambla"/>
              <a:buChar char="◦"/>
            </a:pPr>
            <a:r>
              <a:rPr lang="en-US" sz="2300" b="0" i="0" u="none" strike="noStrike" cap="none" baseline="0" dirty="0">
                <a:solidFill>
                  <a:schemeClr val="dk1"/>
                </a:solidFill>
                <a:latin typeface="Rambla"/>
                <a:ea typeface="Rambla"/>
                <a:cs typeface="Rambla"/>
                <a:sym typeface="Rambla"/>
              </a:rPr>
              <a:t>IP - Internet Protocol;</a:t>
            </a:r>
          </a:p>
        </p:txBody>
      </p:sp>
      <p:sp>
        <p:nvSpPr>
          <p:cNvPr id="66" name="Shape 66"/>
          <p:cNvSpPr txBox="1">
            <a:spLocks noGrp="1"/>
          </p:cNvSpPr>
          <p:nvPr>
            <p:ph type="title"/>
          </p:nvPr>
        </p:nvSpPr>
        <p:spPr>
          <a:xfrm>
            <a:off x="457200" y="274637"/>
            <a:ext cx="8229600" cy="1143000"/>
          </a:xfrm>
          <a:prstGeom prst="rect">
            <a:avLst/>
          </a:prstGeom>
          <a:noFill/>
          <a:ln>
            <a:noFill/>
          </a:ln>
        </p:spPr>
        <p:txBody>
          <a:bodyPr lIns="91425" tIns="45700" rIns="91425" bIns="45700" anchor="ctr" anchorCtr="0">
            <a:noAutofit/>
          </a:bodyPr>
          <a:lstStyle/>
          <a:p>
            <a:pPr marL="0" marR="0" lvl="0" indent="0" algn="l" rtl="0">
              <a:spcBef>
                <a:spcPts val="0"/>
              </a:spcBef>
              <a:buClr>
                <a:schemeClr val="dk2"/>
              </a:buClr>
              <a:buSzPct val="25000"/>
              <a:buFont typeface="Rambla"/>
              <a:buNone/>
            </a:pPr>
            <a:r>
              <a:rPr lang="en-US" sz="4100" b="1" i="0" u="none" strike="noStrike" cap="none" baseline="0">
                <a:solidFill>
                  <a:schemeClr val="dk2"/>
                </a:solidFill>
                <a:latin typeface="Rambla"/>
                <a:ea typeface="Rambla"/>
                <a:cs typeface="Rambla"/>
                <a:sym typeface="Rambla"/>
              </a:rPr>
              <a:t>Protocolo</a:t>
            </a:r>
          </a:p>
        </p:txBody>
      </p:sp>
    </p:spTree>
  </p:cSld>
  <p:clrMapOvr>
    <a:masterClrMapping/>
  </p:clrMapOvr>
  <p:transition spd="slow">
    <p:cut/>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Shape 71"/>
          <p:cNvSpPr txBox="1">
            <a:spLocks noGrp="1"/>
          </p:cNvSpPr>
          <p:nvPr>
            <p:ph type="body" idx="1"/>
          </p:nvPr>
        </p:nvSpPr>
        <p:spPr>
          <a:xfrm>
            <a:off x="457200" y="1481328"/>
            <a:ext cx="8229600" cy="4525963"/>
          </a:xfrm>
          <a:prstGeom prst="rect">
            <a:avLst/>
          </a:prstGeom>
          <a:noFill/>
          <a:ln>
            <a:noFill/>
          </a:ln>
        </p:spPr>
        <p:txBody>
          <a:bodyPr lIns="91425" tIns="45700" rIns="91425" bIns="45700" anchor="t" anchorCtr="0">
            <a:noAutofit/>
          </a:bodyPr>
          <a:lstStyle/>
          <a:p>
            <a:pPr marL="365760" marR="0" lvl="0" indent="-264160" algn="l" rtl="0">
              <a:spcBef>
                <a:spcPts val="400"/>
              </a:spcBef>
              <a:spcAft>
                <a:spcPts val="0"/>
              </a:spcAft>
              <a:buClr>
                <a:schemeClr val="accent1"/>
              </a:buClr>
              <a:buSzPct val="73440"/>
              <a:buFont typeface="Rambla"/>
              <a:buChar char=""/>
            </a:pPr>
            <a:r>
              <a:rPr lang="en-US" sz="2500" b="0" i="0" u="none" strike="noStrike" cap="none" baseline="0">
                <a:solidFill>
                  <a:schemeClr val="dk1"/>
                </a:solidFill>
                <a:latin typeface="Rambla"/>
                <a:ea typeface="Rambla"/>
                <a:cs typeface="Rambla"/>
                <a:sym typeface="Rambla"/>
              </a:rPr>
              <a:t>Protocolo que cuida da comunicação entre duas aplicações; </a:t>
            </a:r>
          </a:p>
          <a:p>
            <a:pPr marL="365760" marR="0" lvl="0" indent="-264160" algn="l" rtl="0">
              <a:spcBef>
                <a:spcPts val="400"/>
              </a:spcBef>
              <a:spcAft>
                <a:spcPts val="0"/>
              </a:spcAft>
              <a:buClr>
                <a:schemeClr val="accent1"/>
              </a:buClr>
              <a:buSzPct val="73440"/>
              <a:buFont typeface="Rambla"/>
              <a:buChar char=""/>
            </a:pPr>
            <a:r>
              <a:rPr lang="en-US" sz="2500" b="0" i="0" u="none" strike="noStrike" cap="none" baseline="0">
                <a:solidFill>
                  <a:schemeClr val="dk1"/>
                </a:solidFill>
                <a:latin typeface="Rambla"/>
                <a:ea typeface="Rambla"/>
                <a:cs typeface="Rambla"/>
                <a:sym typeface="Rambla"/>
              </a:rPr>
              <a:t>É responsável pelos controles de correção, ordenação e perda das informações; </a:t>
            </a:r>
          </a:p>
          <a:p>
            <a:pPr marL="365760" marR="0" lvl="0" indent="-264160" algn="l" rtl="0">
              <a:spcBef>
                <a:spcPts val="400"/>
              </a:spcBef>
              <a:spcAft>
                <a:spcPts val="0"/>
              </a:spcAft>
              <a:buClr>
                <a:schemeClr val="accent1"/>
              </a:buClr>
              <a:buSzPct val="73440"/>
              <a:buFont typeface="Rambla"/>
              <a:buChar char=""/>
            </a:pPr>
            <a:r>
              <a:rPr lang="en-US" sz="2500" b="0" i="0" u="none" strike="noStrike" cap="none" baseline="0">
                <a:solidFill>
                  <a:schemeClr val="dk1"/>
                </a:solidFill>
                <a:latin typeface="Rambla"/>
                <a:ea typeface="Rambla"/>
                <a:cs typeface="Rambla"/>
                <a:sym typeface="Rambla"/>
              </a:rPr>
              <a:t>O endereço TCP é dado pelo endereço IP e uma porta: </a:t>
            </a:r>
          </a:p>
          <a:p>
            <a:pPr marL="621792" marR="0" lvl="1" indent="-240791" algn="l" rtl="0">
              <a:spcBef>
                <a:spcPts val="324"/>
              </a:spcBef>
              <a:buClr>
                <a:schemeClr val="accent1"/>
              </a:buClr>
              <a:buSzPct val="104545"/>
              <a:buFont typeface="Rambla"/>
              <a:buChar char="◦"/>
            </a:pPr>
            <a:r>
              <a:rPr lang="en-US" sz="2150" b="0" i="0" u="none" strike="noStrike" cap="none" baseline="0">
                <a:solidFill>
                  <a:schemeClr val="dk1"/>
                </a:solidFill>
                <a:latin typeface="Rambla"/>
                <a:ea typeface="Rambla"/>
                <a:cs typeface="Rambla"/>
                <a:sym typeface="Rambla"/>
              </a:rPr>
              <a:t>Porta 80: Servidor Web </a:t>
            </a:r>
          </a:p>
          <a:p>
            <a:pPr marL="621792" marR="0" lvl="1" indent="-240791" algn="l" rtl="0">
              <a:spcBef>
                <a:spcPts val="324"/>
              </a:spcBef>
              <a:buClr>
                <a:schemeClr val="accent1"/>
              </a:buClr>
              <a:buSzPct val="104545"/>
              <a:buFont typeface="Rambla"/>
              <a:buChar char="◦"/>
            </a:pPr>
            <a:r>
              <a:rPr lang="en-US" sz="2150" b="0" i="0" u="none" strike="noStrike" cap="none" baseline="0">
                <a:solidFill>
                  <a:schemeClr val="dk1"/>
                </a:solidFill>
                <a:latin typeface="Rambla"/>
                <a:ea typeface="Rambla"/>
                <a:cs typeface="Rambla"/>
                <a:sym typeface="Rambla"/>
              </a:rPr>
              <a:t>Porta 110: Servidor de E-mail</a:t>
            </a:r>
          </a:p>
          <a:p>
            <a:pPr marL="365760" marR="0" lvl="0" indent="-264160" algn="l" rtl="0">
              <a:spcBef>
                <a:spcPts val="400"/>
              </a:spcBef>
              <a:spcAft>
                <a:spcPts val="0"/>
              </a:spcAft>
              <a:buClr>
                <a:schemeClr val="accent1"/>
              </a:buClr>
              <a:buSzPct val="73440"/>
              <a:buFont typeface="Rambla"/>
              <a:buChar char=""/>
            </a:pPr>
            <a:r>
              <a:rPr lang="en-US" sz="2500" b="0" i="0" u="none" strike="noStrike" cap="none" baseline="0">
                <a:solidFill>
                  <a:schemeClr val="dk1"/>
                </a:solidFill>
                <a:latin typeface="Rambla"/>
                <a:ea typeface="Rambla"/>
                <a:cs typeface="Rambla"/>
                <a:sym typeface="Rambla"/>
              </a:rPr>
              <a:t>Exemplos de comunicação que usa TCP: </a:t>
            </a:r>
          </a:p>
          <a:p>
            <a:pPr marL="621792" marR="0" lvl="1" indent="-240791" algn="l" rtl="0">
              <a:spcBef>
                <a:spcPts val="324"/>
              </a:spcBef>
              <a:buClr>
                <a:schemeClr val="accent1"/>
              </a:buClr>
              <a:buSzPct val="104545"/>
              <a:buFont typeface="Rambla"/>
              <a:buChar char="◦"/>
            </a:pPr>
            <a:r>
              <a:rPr lang="en-US" sz="2150" b="0" i="0" u="none" strike="noStrike" cap="none" baseline="0">
                <a:solidFill>
                  <a:schemeClr val="dk1"/>
                </a:solidFill>
                <a:latin typeface="Rambla"/>
                <a:ea typeface="Rambla"/>
                <a:cs typeface="Rambla"/>
                <a:sym typeface="Rambla"/>
              </a:rPr>
              <a:t>Entre um browser (ou navegador) e o servidor web; </a:t>
            </a:r>
          </a:p>
          <a:p>
            <a:pPr marL="621792" marR="0" lvl="1" indent="-240791" algn="l" rtl="0">
              <a:spcBef>
                <a:spcPts val="324"/>
              </a:spcBef>
              <a:buClr>
                <a:schemeClr val="accent1"/>
              </a:buClr>
              <a:buSzPct val="104545"/>
              <a:buFont typeface="Rambla"/>
              <a:buChar char="◦"/>
            </a:pPr>
            <a:r>
              <a:rPr lang="en-US" sz="2150" b="0" i="0" u="none" strike="noStrike" cap="none" baseline="0">
                <a:solidFill>
                  <a:schemeClr val="dk1"/>
                </a:solidFill>
                <a:latin typeface="Rambla"/>
                <a:ea typeface="Rambla"/>
                <a:cs typeface="Rambla"/>
                <a:sym typeface="Rambla"/>
              </a:rPr>
              <a:t>Cliente de e-mail (ex.: Outlook) e o servidor de e-mail (ex.: Exchange).</a:t>
            </a:r>
          </a:p>
        </p:txBody>
      </p:sp>
      <p:sp>
        <p:nvSpPr>
          <p:cNvPr id="72" name="Shape 72"/>
          <p:cNvSpPr txBox="1">
            <a:spLocks noGrp="1"/>
          </p:cNvSpPr>
          <p:nvPr>
            <p:ph type="title"/>
          </p:nvPr>
        </p:nvSpPr>
        <p:spPr>
          <a:xfrm>
            <a:off x="457200" y="274637"/>
            <a:ext cx="8229600" cy="1143000"/>
          </a:xfrm>
          <a:prstGeom prst="rect">
            <a:avLst/>
          </a:prstGeom>
          <a:noFill/>
          <a:ln>
            <a:noFill/>
          </a:ln>
        </p:spPr>
        <p:txBody>
          <a:bodyPr lIns="91425" tIns="45700" rIns="91425" bIns="45700" anchor="ctr" anchorCtr="0">
            <a:noAutofit/>
          </a:bodyPr>
          <a:lstStyle/>
          <a:p>
            <a:pPr marL="0" marR="0" lvl="0" indent="0" algn="l" rtl="0">
              <a:spcBef>
                <a:spcPts val="0"/>
              </a:spcBef>
              <a:buClr>
                <a:schemeClr val="dk2"/>
              </a:buClr>
              <a:buSzPct val="25000"/>
              <a:buFont typeface="Rambla"/>
              <a:buNone/>
            </a:pPr>
            <a:r>
              <a:rPr lang="en-US" sz="3500" b="1" i="0" u="none" strike="noStrike" cap="none" baseline="0">
                <a:solidFill>
                  <a:schemeClr val="dk2"/>
                </a:solidFill>
                <a:latin typeface="Rambla"/>
                <a:ea typeface="Rambla"/>
                <a:cs typeface="Rambla"/>
                <a:sym typeface="Rambla"/>
              </a:rPr>
              <a:t>TCP – Transmission Control Protocol</a:t>
            </a:r>
          </a:p>
        </p:txBody>
      </p:sp>
    </p:spTree>
  </p:cSld>
  <p:clrMapOvr>
    <a:masterClrMapping/>
  </p:clrMapOvr>
  <p:transition spd="slow">
    <p:cut/>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Shape 77"/>
          <p:cNvSpPr txBox="1">
            <a:spLocks noGrp="1"/>
          </p:cNvSpPr>
          <p:nvPr>
            <p:ph type="body" idx="1"/>
          </p:nvPr>
        </p:nvSpPr>
        <p:spPr>
          <a:xfrm>
            <a:off x="457200" y="1481328"/>
            <a:ext cx="8229600" cy="4525963"/>
          </a:xfrm>
          <a:prstGeom prst="rect">
            <a:avLst/>
          </a:prstGeom>
          <a:noFill/>
          <a:ln>
            <a:noFill/>
          </a:ln>
        </p:spPr>
        <p:txBody>
          <a:bodyPr lIns="91425" tIns="45700" rIns="91425" bIns="45700" anchor="t" anchorCtr="0">
            <a:noAutofit/>
          </a:bodyPr>
          <a:lstStyle/>
          <a:p>
            <a:pPr marL="365760" marR="0" lvl="0" indent="-264160" algn="l" rtl="0">
              <a:spcBef>
                <a:spcPts val="400"/>
              </a:spcBef>
              <a:spcAft>
                <a:spcPts val="0"/>
              </a:spcAft>
              <a:buClr>
                <a:schemeClr val="accent1"/>
              </a:buClr>
              <a:buSzPct val="68000"/>
              <a:buFont typeface="Rambla"/>
              <a:buChar char=""/>
            </a:pPr>
            <a:r>
              <a:rPr lang="en-US" sz="2700" b="0" i="0" u="none" strike="noStrike" cap="none" baseline="0">
                <a:solidFill>
                  <a:schemeClr val="dk1"/>
                </a:solidFill>
                <a:latin typeface="Rambla"/>
                <a:ea typeface="Rambla"/>
                <a:cs typeface="Rambla"/>
                <a:sym typeface="Rambla"/>
              </a:rPr>
              <a:t>Identificação e comunicação de baixo nível; </a:t>
            </a:r>
          </a:p>
          <a:p>
            <a:pPr marL="365760" marR="0" lvl="0" indent="-264160" algn="l" rtl="0">
              <a:spcBef>
                <a:spcPts val="400"/>
              </a:spcBef>
              <a:spcAft>
                <a:spcPts val="0"/>
              </a:spcAft>
              <a:buClr>
                <a:schemeClr val="accent1"/>
              </a:buClr>
              <a:buSzPct val="68000"/>
              <a:buFont typeface="Rambla"/>
              <a:buChar char=""/>
            </a:pPr>
            <a:r>
              <a:rPr lang="en-US" sz="2700" b="0" i="0" u="none" strike="noStrike" cap="none" baseline="0">
                <a:solidFill>
                  <a:schemeClr val="dk1"/>
                </a:solidFill>
                <a:latin typeface="Rambla"/>
                <a:ea typeface="Rambla"/>
                <a:cs typeface="Rambla"/>
                <a:sym typeface="Rambla"/>
              </a:rPr>
              <a:t>Responsável pela quebra e transmissão da informação em pacotes; </a:t>
            </a:r>
          </a:p>
          <a:p>
            <a:pPr marL="365760" marR="0" lvl="0" indent="-264160" algn="l" rtl="0">
              <a:spcBef>
                <a:spcPts val="400"/>
              </a:spcBef>
              <a:spcAft>
                <a:spcPts val="0"/>
              </a:spcAft>
              <a:buClr>
                <a:schemeClr val="accent1"/>
              </a:buClr>
              <a:buSzPct val="68000"/>
              <a:buFont typeface="Rambla"/>
              <a:buChar char=""/>
            </a:pPr>
            <a:r>
              <a:rPr lang="en-US" sz="2700" b="0" i="0" u="none" strike="noStrike" cap="none" baseline="0">
                <a:solidFill>
                  <a:schemeClr val="dk1"/>
                </a:solidFill>
                <a:latin typeface="Rambla"/>
                <a:ea typeface="Rambla"/>
                <a:cs typeface="Rambla"/>
                <a:sym typeface="Rambla"/>
              </a:rPr>
              <a:t>Comunicação é feita entre pontos; </a:t>
            </a:r>
          </a:p>
          <a:p>
            <a:pPr marL="365760" marR="0" lvl="0" indent="-264160" algn="l" rtl="0">
              <a:spcBef>
                <a:spcPts val="400"/>
              </a:spcBef>
              <a:spcAft>
                <a:spcPts val="0"/>
              </a:spcAft>
              <a:buClr>
                <a:schemeClr val="accent1"/>
              </a:buClr>
              <a:buSzPct val="68000"/>
              <a:buFont typeface="Rambla"/>
              <a:buChar char=""/>
            </a:pPr>
            <a:r>
              <a:rPr lang="en-US" sz="2700" b="0" i="0" u="none" strike="noStrike" cap="none" baseline="0">
                <a:solidFill>
                  <a:schemeClr val="dk1"/>
                </a:solidFill>
                <a:latin typeface="Rambla"/>
                <a:ea typeface="Rambla"/>
                <a:cs typeface="Rambla"/>
                <a:sym typeface="Rambla"/>
              </a:rPr>
              <a:t>Exemplos de endereços IPs: </a:t>
            </a:r>
          </a:p>
          <a:p>
            <a:pPr marL="621792" marR="0" lvl="1" indent="-240791" algn="l" rtl="0">
              <a:spcBef>
                <a:spcPts val="324"/>
              </a:spcBef>
              <a:buClr>
                <a:schemeClr val="accent1"/>
              </a:buClr>
              <a:buSzPct val="100000"/>
              <a:buFont typeface="Rambla"/>
              <a:buChar char="◦"/>
            </a:pPr>
            <a:r>
              <a:rPr lang="en-US" sz="2300" b="0" i="0" u="none" strike="noStrike" cap="none" baseline="0">
                <a:solidFill>
                  <a:schemeClr val="dk1"/>
                </a:solidFill>
                <a:latin typeface="Rambla"/>
                <a:ea typeface="Rambla"/>
                <a:cs typeface="Rambla"/>
                <a:sym typeface="Rambla"/>
              </a:rPr>
              <a:t>10.9.98.145 </a:t>
            </a:r>
          </a:p>
          <a:p>
            <a:pPr marL="621792" marR="0" lvl="1" indent="-240791" algn="l" rtl="0">
              <a:spcBef>
                <a:spcPts val="324"/>
              </a:spcBef>
              <a:buClr>
                <a:schemeClr val="accent1"/>
              </a:buClr>
              <a:buSzPct val="100000"/>
              <a:buFont typeface="Rambla"/>
              <a:buChar char="◦"/>
            </a:pPr>
            <a:r>
              <a:rPr lang="en-US" sz="2300" b="0" i="0" u="none" strike="noStrike" cap="none" baseline="0">
                <a:solidFill>
                  <a:schemeClr val="dk1"/>
                </a:solidFill>
                <a:latin typeface="Rambla"/>
                <a:ea typeface="Rambla"/>
                <a:cs typeface="Rambla"/>
                <a:sym typeface="Rambla"/>
              </a:rPr>
              <a:t>192.168.0.1 </a:t>
            </a:r>
          </a:p>
        </p:txBody>
      </p:sp>
      <p:sp>
        <p:nvSpPr>
          <p:cNvPr id="78" name="Shape 78"/>
          <p:cNvSpPr txBox="1">
            <a:spLocks noGrp="1"/>
          </p:cNvSpPr>
          <p:nvPr>
            <p:ph type="title"/>
          </p:nvPr>
        </p:nvSpPr>
        <p:spPr>
          <a:xfrm>
            <a:off x="457200" y="274637"/>
            <a:ext cx="8229600" cy="1143000"/>
          </a:xfrm>
          <a:prstGeom prst="rect">
            <a:avLst/>
          </a:prstGeom>
          <a:noFill/>
          <a:ln>
            <a:noFill/>
          </a:ln>
        </p:spPr>
        <p:txBody>
          <a:bodyPr lIns="91425" tIns="45700" rIns="91425" bIns="45700" anchor="ctr" anchorCtr="0">
            <a:noAutofit/>
          </a:bodyPr>
          <a:lstStyle/>
          <a:p>
            <a:pPr marL="0" marR="0" lvl="0" indent="0" algn="l" rtl="0">
              <a:spcBef>
                <a:spcPts val="0"/>
              </a:spcBef>
              <a:buClr>
                <a:schemeClr val="dk2"/>
              </a:buClr>
              <a:buSzPct val="25000"/>
              <a:buFont typeface="Rambla"/>
              <a:buNone/>
            </a:pPr>
            <a:r>
              <a:rPr lang="en-US" sz="3500" b="1" i="0" u="none" strike="noStrike" cap="none" baseline="0">
                <a:solidFill>
                  <a:schemeClr val="dk2"/>
                </a:solidFill>
                <a:latin typeface="Rambla"/>
                <a:ea typeface="Rambla"/>
                <a:cs typeface="Rambla"/>
                <a:sym typeface="Rambla"/>
              </a:rPr>
              <a:t>IP – Internet Protocol</a:t>
            </a:r>
          </a:p>
        </p:txBody>
      </p:sp>
    </p:spTree>
  </p:cSld>
  <p:clrMapOvr>
    <a:masterClrMapping/>
  </p:clrMapOvr>
  <p:transition spd="slow">
    <p:cu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Shape 83"/>
          <p:cNvSpPr txBox="1">
            <a:spLocks noGrp="1"/>
          </p:cNvSpPr>
          <p:nvPr>
            <p:ph type="body" idx="1"/>
          </p:nvPr>
        </p:nvSpPr>
        <p:spPr>
          <a:xfrm>
            <a:off x="457200" y="1481328"/>
            <a:ext cx="8229600" cy="4525963"/>
          </a:xfrm>
          <a:prstGeom prst="rect">
            <a:avLst/>
          </a:prstGeom>
          <a:noFill/>
          <a:ln>
            <a:noFill/>
          </a:ln>
        </p:spPr>
        <p:txBody>
          <a:bodyPr lIns="91425" tIns="45700" rIns="91425" bIns="45700" anchor="t" anchorCtr="0">
            <a:noAutofit/>
          </a:bodyPr>
          <a:lstStyle/>
          <a:p>
            <a:pPr marL="365760" marR="0" lvl="0" indent="-264160" algn="l" rtl="0">
              <a:spcBef>
                <a:spcPts val="400"/>
              </a:spcBef>
              <a:spcAft>
                <a:spcPts val="0"/>
              </a:spcAft>
              <a:buClr>
                <a:schemeClr val="accent1"/>
              </a:buClr>
              <a:buSzPct val="79826"/>
              <a:buFont typeface="Rambla"/>
              <a:buChar char=""/>
            </a:pPr>
            <a:r>
              <a:rPr lang="en-US" sz="2300" b="0" i="0" u="none" strike="noStrike" cap="none" baseline="0">
                <a:solidFill>
                  <a:schemeClr val="dk1"/>
                </a:solidFill>
                <a:latin typeface="Rambla"/>
                <a:ea typeface="Rambla"/>
                <a:cs typeface="Rambla"/>
                <a:sym typeface="Rambla"/>
              </a:rPr>
              <a:t>A World Wide Web (WWW ou Web) permite visualizar recursos multimídia através da Internet; </a:t>
            </a:r>
          </a:p>
          <a:p>
            <a:pPr marL="365760" marR="0" lvl="0" indent="-264160" algn="l" rtl="0">
              <a:spcBef>
                <a:spcPts val="400"/>
              </a:spcBef>
              <a:spcAft>
                <a:spcPts val="0"/>
              </a:spcAft>
              <a:buClr>
                <a:schemeClr val="accent1"/>
              </a:buClr>
              <a:buSzPct val="79826"/>
              <a:buFont typeface="Rambla"/>
              <a:buChar char=""/>
            </a:pPr>
            <a:r>
              <a:rPr lang="en-US" sz="2300" b="0" i="0" u="none" strike="noStrike" cap="none" baseline="0">
                <a:solidFill>
                  <a:schemeClr val="dk1"/>
                </a:solidFill>
                <a:latin typeface="Rambla"/>
                <a:ea typeface="Rambla"/>
                <a:cs typeface="Rambla"/>
                <a:sym typeface="Rambla"/>
              </a:rPr>
              <a:t>O protocolo HTTP é o responsável pelo funcionamento da Web; </a:t>
            </a:r>
          </a:p>
          <a:p>
            <a:pPr marL="365760" marR="0" lvl="0" indent="-264160" algn="l" rtl="0">
              <a:spcBef>
                <a:spcPts val="400"/>
              </a:spcBef>
              <a:spcAft>
                <a:spcPts val="0"/>
              </a:spcAft>
              <a:buClr>
                <a:schemeClr val="accent1"/>
              </a:buClr>
              <a:buSzPct val="79826"/>
              <a:buFont typeface="Rambla"/>
              <a:buChar char=""/>
            </a:pPr>
            <a:r>
              <a:rPr lang="en-US" sz="2300" b="0" i="0" u="none" strike="noStrike" cap="none" baseline="0">
                <a:solidFill>
                  <a:schemeClr val="dk1"/>
                </a:solidFill>
                <a:latin typeface="Rambla"/>
                <a:ea typeface="Rambla"/>
                <a:cs typeface="Rambla"/>
                <a:sym typeface="Rambla"/>
              </a:rPr>
              <a:t>Ele funciona através de um padrão de requisição e resposta; </a:t>
            </a:r>
          </a:p>
          <a:p>
            <a:pPr marL="365760" marR="0" lvl="0" indent="-264160" algn="l" rtl="0">
              <a:spcBef>
                <a:spcPts val="400"/>
              </a:spcBef>
              <a:spcAft>
                <a:spcPts val="0"/>
              </a:spcAft>
              <a:buClr>
                <a:schemeClr val="accent1"/>
              </a:buClr>
              <a:buSzPct val="79826"/>
              <a:buFont typeface="Rambla"/>
              <a:buChar char=""/>
            </a:pPr>
            <a:r>
              <a:rPr lang="en-US" sz="2300" b="0" i="0" u="none" strike="noStrike" cap="none" baseline="0">
                <a:solidFill>
                  <a:schemeClr val="dk1"/>
                </a:solidFill>
                <a:latin typeface="Rambla"/>
                <a:ea typeface="Rambla"/>
                <a:cs typeface="Rambla"/>
                <a:sym typeface="Rambla"/>
              </a:rPr>
              <a:t>Um recurso disponível na Web é localizado por um Localizador de Recurso Uniforme (URL);</a:t>
            </a:r>
          </a:p>
          <a:p>
            <a:pPr marL="365760" marR="0" lvl="0" indent="-264160" algn="l" rtl="0">
              <a:spcBef>
                <a:spcPts val="400"/>
              </a:spcBef>
              <a:spcAft>
                <a:spcPts val="0"/>
              </a:spcAft>
              <a:buClr>
                <a:schemeClr val="accent1"/>
              </a:buClr>
              <a:buSzPct val="79826"/>
              <a:buFont typeface="Rambla"/>
              <a:buChar char=""/>
            </a:pPr>
            <a:r>
              <a:rPr lang="en-US" sz="2300" b="0" i="0" u="none" strike="noStrike" cap="none" baseline="0">
                <a:solidFill>
                  <a:schemeClr val="dk1"/>
                </a:solidFill>
                <a:latin typeface="Rambla"/>
                <a:ea typeface="Rambla"/>
                <a:cs typeface="Rambla"/>
                <a:sym typeface="Rambla"/>
              </a:rPr>
              <a:t>Uma sessão HTTP é uma conexão de rede composta por um conjunto de requisições e respostas; </a:t>
            </a:r>
          </a:p>
          <a:p>
            <a:pPr marL="365760" marR="0" lvl="0" indent="-264160" algn="l" rtl="0">
              <a:spcBef>
                <a:spcPts val="400"/>
              </a:spcBef>
              <a:spcAft>
                <a:spcPts val="0"/>
              </a:spcAft>
              <a:buClr>
                <a:schemeClr val="accent1"/>
              </a:buClr>
              <a:buSzPct val="79826"/>
              <a:buFont typeface="Rambla"/>
              <a:buChar char=""/>
            </a:pPr>
            <a:r>
              <a:rPr lang="en-US" sz="2300" b="0" i="0" u="none" strike="noStrike" cap="none" baseline="0">
                <a:solidFill>
                  <a:schemeClr val="dk1"/>
                </a:solidFill>
                <a:latin typeface="Rambla"/>
                <a:ea typeface="Rambla"/>
                <a:cs typeface="Rambla"/>
                <a:sym typeface="Rambla"/>
              </a:rPr>
              <a:t>A sessão é realizada através de uma conexão TCP; </a:t>
            </a:r>
          </a:p>
          <a:p>
            <a:pPr marL="365760" marR="0" lvl="0" indent="-264160" algn="l" rtl="0">
              <a:spcBef>
                <a:spcPts val="400"/>
              </a:spcBef>
              <a:spcAft>
                <a:spcPts val="0"/>
              </a:spcAft>
              <a:buClr>
                <a:schemeClr val="accent1"/>
              </a:buClr>
              <a:buSzPct val="79826"/>
              <a:buFont typeface="Rambla"/>
              <a:buChar char=""/>
            </a:pPr>
            <a:r>
              <a:rPr lang="en-US" sz="2300" b="0" i="0" u="none" strike="noStrike" cap="none" baseline="0">
                <a:solidFill>
                  <a:schemeClr val="dk1"/>
                </a:solidFill>
                <a:latin typeface="Rambla"/>
                <a:ea typeface="Rambla"/>
                <a:cs typeface="Rambla"/>
                <a:sym typeface="Rambla"/>
              </a:rPr>
              <a:t>O início da sessão se da por uma requisição do cliente HTTP;</a:t>
            </a:r>
          </a:p>
        </p:txBody>
      </p:sp>
      <p:sp>
        <p:nvSpPr>
          <p:cNvPr id="84" name="Shape 84"/>
          <p:cNvSpPr txBox="1">
            <a:spLocks noGrp="1"/>
          </p:cNvSpPr>
          <p:nvPr>
            <p:ph type="title"/>
          </p:nvPr>
        </p:nvSpPr>
        <p:spPr>
          <a:xfrm>
            <a:off x="457200" y="274637"/>
            <a:ext cx="8229600" cy="1143000"/>
          </a:xfrm>
          <a:prstGeom prst="rect">
            <a:avLst/>
          </a:prstGeom>
          <a:noFill/>
          <a:ln>
            <a:noFill/>
          </a:ln>
        </p:spPr>
        <p:txBody>
          <a:bodyPr lIns="91425" tIns="45700" rIns="91425" bIns="45700" anchor="ctr" anchorCtr="0">
            <a:noAutofit/>
          </a:bodyPr>
          <a:lstStyle/>
          <a:p>
            <a:pPr marL="0" marR="0" lvl="0" indent="0" algn="l" rtl="0">
              <a:spcBef>
                <a:spcPts val="0"/>
              </a:spcBef>
              <a:buClr>
                <a:schemeClr val="dk2"/>
              </a:buClr>
              <a:buSzPct val="25000"/>
              <a:buFont typeface="Rambla"/>
              <a:buNone/>
            </a:pPr>
            <a:r>
              <a:rPr lang="en-US" sz="3500" b="1" i="0" u="none" strike="noStrike" cap="none" baseline="0">
                <a:solidFill>
                  <a:schemeClr val="dk2"/>
                </a:solidFill>
                <a:latin typeface="Rambla"/>
                <a:ea typeface="Rambla"/>
                <a:cs typeface="Rambla"/>
                <a:sym typeface="Rambla"/>
              </a:rPr>
              <a:t>HTTP – HyperText Transfer Protocol</a:t>
            </a:r>
          </a:p>
        </p:txBody>
      </p:sp>
    </p:spTree>
  </p:cSld>
  <p:clrMapOvr>
    <a:masterClrMapping/>
  </p:clrMapOvr>
  <p:transition spd="slow">
    <p:cu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Shape 89"/>
          <p:cNvSpPr txBox="1">
            <a:spLocks noGrp="1"/>
          </p:cNvSpPr>
          <p:nvPr>
            <p:ph type="body" idx="1"/>
          </p:nvPr>
        </p:nvSpPr>
        <p:spPr>
          <a:xfrm>
            <a:off x="457200" y="1481328"/>
            <a:ext cx="8229600" cy="4525963"/>
          </a:xfrm>
          <a:prstGeom prst="rect">
            <a:avLst/>
          </a:prstGeom>
          <a:noFill/>
          <a:ln>
            <a:noFill/>
          </a:ln>
        </p:spPr>
        <p:txBody>
          <a:bodyPr lIns="91425" tIns="45700" rIns="91425" bIns="45700" anchor="t" anchorCtr="0">
            <a:noAutofit/>
          </a:bodyPr>
          <a:lstStyle/>
          <a:p>
            <a:pPr marL="365760" marR="0" lvl="0" indent="-264160" algn="l" rtl="0">
              <a:spcBef>
                <a:spcPts val="400"/>
              </a:spcBef>
              <a:spcAft>
                <a:spcPts val="0"/>
              </a:spcAft>
              <a:buClr>
                <a:schemeClr val="accent1"/>
              </a:buClr>
              <a:buSzPct val="68000"/>
              <a:buFont typeface="Rambla"/>
              <a:buChar char=""/>
            </a:pPr>
            <a:r>
              <a:rPr lang="en-US" sz="2700" b="0" i="0" u="none" strike="noStrike" cap="none" baseline="0">
                <a:solidFill>
                  <a:schemeClr val="dk1"/>
                </a:solidFill>
                <a:latin typeface="Rambla"/>
                <a:ea typeface="Rambla"/>
                <a:cs typeface="Rambla"/>
                <a:sym typeface="Rambla"/>
              </a:rPr>
              <a:t>Programa que é executado em uma máquina conectada à rede para fornecer recursos multimídia;</a:t>
            </a:r>
          </a:p>
          <a:p>
            <a:pPr marL="365760" marR="0" lvl="0" indent="-264160" algn="l" rtl="0">
              <a:spcBef>
                <a:spcPts val="400"/>
              </a:spcBef>
              <a:spcAft>
                <a:spcPts val="0"/>
              </a:spcAft>
              <a:buClr>
                <a:schemeClr val="accent1"/>
              </a:buClr>
              <a:buSzPct val="68000"/>
              <a:buFont typeface="Rambla"/>
              <a:buChar char=""/>
            </a:pPr>
            <a:r>
              <a:rPr lang="en-US" sz="2700" b="0" i="0" u="none" strike="noStrike" cap="none" baseline="0">
                <a:solidFill>
                  <a:schemeClr val="dk1"/>
                </a:solidFill>
                <a:latin typeface="Rambla"/>
                <a:ea typeface="Rambla"/>
                <a:cs typeface="Rambla"/>
                <a:sym typeface="Rambla"/>
              </a:rPr>
              <a:t>Os usuários tradicionais deste tipo de programa são os browsers (navegador); </a:t>
            </a:r>
          </a:p>
          <a:p>
            <a:pPr marL="365760" marR="0" lvl="0" indent="-264160" algn="l" rtl="0">
              <a:spcBef>
                <a:spcPts val="400"/>
              </a:spcBef>
              <a:spcAft>
                <a:spcPts val="0"/>
              </a:spcAft>
              <a:buClr>
                <a:schemeClr val="accent1"/>
              </a:buClr>
              <a:buSzPct val="68000"/>
              <a:buFont typeface="Rambla"/>
              <a:buChar char=""/>
            </a:pPr>
            <a:r>
              <a:rPr lang="en-US" sz="2700" b="0" i="0" u="none" strike="noStrike" cap="none" baseline="0">
                <a:solidFill>
                  <a:schemeClr val="dk1"/>
                </a:solidFill>
                <a:latin typeface="Rambla"/>
                <a:ea typeface="Rambla"/>
                <a:cs typeface="Rambla"/>
                <a:sym typeface="Rambla"/>
              </a:rPr>
              <a:t>Exemplos de programas servidores: </a:t>
            </a:r>
          </a:p>
          <a:p>
            <a:pPr marL="621792" marR="0" lvl="1" indent="-240791" algn="l" rtl="0">
              <a:spcBef>
                <a:spcPts val="324"/>
              </a:spcBef>
              <a:buClr>
                <a:schemeClr val="accent1"/>
              </a:buClr>
              <a:buSzPct val="100000"/>
              <a:buFont typeface="Rambla"/>
              <a:buChar char="◦"/>
            </a:pPr>
            <a:r>
              <a:rPr lang="en-US" sz="2300" b="0" i="0" u="none" strike="noStrike" cap="none" baseline="0">
                <a:solidFill>
                  <a:schemeClr val="dk1"/>
                </a:solidFill>
                <a:latin typeface="Rambla"/>
                <a:ea typeface="Rambla"/>
                <a:cs typeface="Rambla"/>
                <a:sym typeface="Rambla"/>
              </a:rPr>
              <a:t>Apache HTTP Server: </a:t>
            </a:r>
            <a:r>
              <a:rPr lang="en-US" sz="2300" b="0" i="0" u="sng" strike="noStrike" cap="none" baseline="0">
                <a:solidFill>
                  <a:schemeClr val="hlink"/>
                </a:solidFill>
                <a:latin typeface="Rambla"/>
                <a:ea typeface="Rambla"/>
                <a:cs typeface="Rambla"/>
                <a:sym typeface="Rambla"/>
                <a:hlinkClick r:id="rId3"/>
              </a:rPr>
              <a:t>http://httpd.apache.org/</a:t>
            </a:r>
          </a:p>
          <a:p>
            <a:pPr marL="621792" marR="0" lvl="1" indent="-240791" algn="l" rtl="0">
              <a:spcBef>
                <a:spcPts val="324"/>
              </a:spcBef>
              <a:buClr>
                <a:schemeClr val="accent1"/>
              </a:buClr>
              <a:buSzPct val="100000"/>
              <a:buFont typeface="Rambla"/>
              <a:buChar char="◦"/>
            </a:pPr>
            <a:r>
              <a:rPr lang="en-US" sz="2300" b="0" i="0" u="none" strike="noStrike" cap="none" baseline="0">
                <a:solidFill>
                  <a:schemeClr val="dk1"/>
                </a:solidFill>
                <a:latin typeface="Rambla"/>
                <a:ea typeface="Rambla"/>
                <a:cs typeface="Rambla"/>
                <a:sym typeface="Rambla"/>
              </a:rPr>
              <a:t>Microsoft IIS: </a:t>
            </a:r>
            <a:r>
              <a:rPr lang="en-US" sz="2300" b="0" i="0" u="sng" strike="noStrike" cap="none" baseline="0">
                <a:solidFill>
                  <a:schemeClr val="hlink"/>
                </a:solidFill>
                <a:latin typeface="Rambla"/>
                <a:ea typeface="Rambla"/>
                <a:cs typeface="Rambla"/>
                <a:sym typeface="Rambla"/>
                <a:hlinkClick r:id="rId4"/>
              </a:rPr>
              <a:t>http://www.microsoft.com.br/ </a:t>
            </a:r>
          </a:p>
        </p:txBody>
      </p:sp>
      <p:sp>
        <p:nvSpPr>
          <p:cNvPr id="90" name="Shape 90"/>
          <p:cNvSpPr txBox="1">
            <a:spLocks noGrp="1"/>
          </p:cNvSpPr>
          <p:nvPr>
            <p:ph type="title"/>
          </p:nvPr>
        </p:nvSpPr>
        <p:spPr>
          <a:xfrm>
            <a:off x="457200" y="274637"/>
            <a:ext cx="8229600" cy="1143000"/>
          </a:xfrm>
          <a:prstGeom prst="rect">
            <a:avLst/>
          </a:prstGeom>
          <a:noFill/>
          <a:ln>
            <a:noFill/>
          </a:ln>
        </p:spPr>
        <p:txBody>
          <a:bodyPr lIns="91425" tIns="45700" rIns="91425" bIns="45700" anchor="ctr" anchorCtr="0">
            <a:noAutofit/>
          </a:bodyPr>
          <a:lstStyle/>
          <a:p>
            <a:pPr marL="0" marR="0" lvl="0" indent="0" algn="l" rtl="0">
              <a:spcBef>
                <a:spcPts val="0"/>
              </a:spcBef>
              <a:buClr>
                <a:schemeClr val="dk2"/>
              </a:buClr>
              <a:buSzPct val="25000"/>
              <a:buFont typeface="Rambla"/>
              <a:buNone/>
            </a:pPr>
            <a:r>
              <a:rPr lang="en-US" sz="3500" b="1" i="0" u="none" strike="noStrike" cap="none" baseline="0">
                <a:solidFill>
                  <a:schemeClr val="dk2"/>
                </a:solidFill>
                <a:latin typeface="Rambla"/>
                <a:ea typeface="Rambla"/>
                <a:cs typeface="Rambla"/>
                <a:sym typeface="Rambla"/>
              </a:rPr>
              <a:t>Servidor Web</a:t>
            </a:r>
          </a:p>
        </p:txBody>
      </p:sp>
    </p:spTree>
  </p:cSld>
  <p:clrMapOvr>
    <a:masterClrMapping/>
  </p:clrMapOvr>
  <p:transition spd="slow">
    <p:cu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Shape 95"/>
          <p:cNvSpPr/>
          <p:nvPr/>
        </p:nvSpPr>
        <p:spPr>
          <a:xfrm>
            <a:off x="742950" y="1696243"/>
            <a:ext cx="7658100" cy="4095750"/>
          </a:xfrm>
          <a:prstGeom prst="rect">
            <a:avLst/>
          </a:prstGeom>
          <a:blipFill>
            <a:blip r:embed="rId3"/>
            <a:stretch>
              <a:fillRect/>
            </a:stretch>
          </a:blipFill>
        </p:spPr>
      </p:sp>
      <p:sp>
        <p:nvSpPr>
          <p:cNvPr id="97" name="Shape 97"/>
          <p:cNvSpPr txBox="1">
            <a:spLocks noGrp="1"/>
          </p:cNvSpPr>
          <p:nvPr>
            <p:ph type="title"/>
          </p:nvPr>
        </p:nvSpPr>
        <p:spPr>
          <a:xfrm>
            <a:off x="457200" y="274637"/>
            <a:ext cx="8229600" cy="1143000"/>
          </a:xfrm>
          <a:prstGeom prst="rect">
            <a:avLst/>
          </a:prstGeom>
          <a:noFill/>
          <a:ln>
            <a:noFill/>
          </a:ln>
        </p:spPr>
        <p:txBody>
          <a:bodyPr lIns="91425" tIns="45700" rIns="91425" bIns="45700" anchor="ctr" anchorCtr="0">
            <a:noAutofit/>
          </a:bodyPr>
          <a:lstStyle/>
          <a:p>
            <a:pPr marL="0" marR="0" lvl="0" indent="0" algn="l" rtl="0">
              <a:spcBef>
                <a:spcPts val="0"/>
              </a:spcBef>
              <a:buClr>
                <a:schemeClr val="dk2"/>
              </a:buClr>
              <a:buSzPct val="25000"/>
              <a:buFont typeface="Rambla"/>
              <a:buNone/>
            </a:pPr>
            <a:r>
              <a:rPr lang="en-US" sz="3500" b="1" i="0" u="none" strike="noStrike" cap="none" baseline="0" dirty="0" err="1">
                <a:solidFill>
                  <a:schemeClr val="dk2"/>
                </a:solidFill>
                <a:latin typeface="Rambla"/>
                <a:ea typeface="Rambla"/>
                <a:cs typeface="Rambla"/>
                <a:sym typeface="Rambla"/>
              </a:rPr>
              <a:t>Servidor</a:t>
            </a:r>
            <a:r>
              <a:rPr lang="en-US" sz="3500" b="1" i="0" u="none" strike="noStrike" cap="none" baseline="0" dirty="0">
                <a:solidFill>
                  <a:schemeClr val="dk2"/>
                </a:solidFill>
                <a:latin typeface="Rambla"/>
                <a:ea typeface="Rambla"/>
                <a:cs typeface="Rambla"/>
                <a:sym typeface="Rambla"/>
              </a:rPr>
              <a:t> Web</a:t>
            </a:r>
          </a:p>
        </p:txBody>
      </p:sp>
    </p:spTree>
  </p:cSld>
  <p:clrMapOvr>
    <a:masterClrMapping/>
  </p:clrMapOvr>
  <p:transition spd="slow">
    <p:cut/>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Shape 102"/>
          <p:cNvSpPr txBox="1">
            <a:spLocks noGrp="1"/>
          </p:cNvSpPr>
          <p:nvPr>
            <p:ph type="title"/>
          </p:nvPr>
        </p:nvSpPr>
        <p:spPr>
          <a:xfrm>
            <a:off x="457200" y="274637"/>
            <a:ext cx="8229600" cy="1143000"/>
          </a:xfrm>
          <a:prstGeom prst="rect">
            <a:avLst/>
          </a:prstGeom>
          <a:noFill/>
          <a:ln>
            <a:noFill/>
          </a:ln>
        </p:spPr>
        <p:txBody>
          <a:bodyPr lIns="91425" tIns="45700" rIns="91425" bIns="45700" anchor="ctr" anchorCtr="0">
            <a:noAutofit/>
          </a:bodyPr>
          <a:lstStyle/>
          <a:p>
            <a:pPr marL="0" marR="0" lvl="0" indent="0" algn="l" rtl="0">
              <a:spcBef>
                <a:spcPts val="0"/>
              </a:spcBef>
              <a:buClr>
                <a:schemeClr val="dk2"/>
              </a:buClr>
              <a:buSzPct val="25000"/>
              <a:buFont typeface="Rambla"/>
              <a:buNone/>
            </a:pPr>
            <a:r>
              <a:rPr lang="en-US" sz="3500" b="1" i="0" u="none" strike="noStrike" cap="none" baseline="0">
                <a:solidFill>
                  <a:schemeClr val="dk2"/>
                </a:solidFill>
                <a:latin typeface="Rambla"/>
                <a:ea typeface="Rambla"/>
                <a:cs typeface="Rambla"/>
                <a:sym typeface="Rambla"/>
              </a:rPr>
              <a:t>Outros Serviços da Internet</a:t>
            </a:r>
          </a:p>
        </p:txBody>
      </p:sp>
      <p:sp>
        <p:nvSpPr>
          <p:cNvPr id="103" name="Shape 103"/>
          <p:cNvSpPr txBox="1">
            <a:spLocks noGrp="1"/>
          </p:cNvSpPr>
          <p:nvPr>
            <p:ph type="body" idx="1"/>
          </p:nvPr>
        </p:nvSpPr>
        <p:spPr>
          <a:xfrm>
            <a:off x="457200" y="1481328"/>
            <a:ext cx="8229600" cy="4525963"/>
          </a:xfrm>
          <a:prstGeom prst="rect">
            <a:avLst/>
          </a:prstGeom>
          <a:noFill/>
          <a:ln>
            <a:noFill/>
          </a:ln>
        </p:spPr>
        <p:txBody>
          <a:bodyPr lIns="91425" tIns="45700" rIns="91425" bIns="45700" anchor="t" anchorCtr="0">
            <a:noAutofit/>
          </a:bodyPr>
          <a:lstStyle/>
          <a:p>
            <a:pPr marL="365760" marR="0" lvl="0" indent="-264160" algn="l" rtl="0">
              <a:spcBef>
                <a:spcPts val="400"/>
              </a:spcBef>
              <a:spcAft>
                <a:spcPts val="0"/>
              </a:spcAft>
              <a:buClr>
                <a:schemeClr val="accent1"/>
              </a:buClr>
              <a:buSzPct val="79826"/>
              <a:buFont typeface="Rambla"/>
              <a:buChar char=""/>
            </a:pPr>
            <a:r>
              <a:rPr lang="en-US" sz="2300" b="0" i="0" u="none" strike="noStrike" cap="none" baseline="0">
                <a:solidFill>
                  <a:schemeClr val="dk1"/>
                </a:solidFill>
                <a:latin typeface="Rambla"/>
                <a:ea typeface="Rambla"/>
                <a:cs typeface="Rambla"/>
                <a:sym typeface="Rambla"/>
              </a:rPr>
              <a:t>Domain Name System (DNS) </a:t>
            </a:r>
          </a:p>
          <a:p>
            <a:pPr marL="621792" marR="0" lvl="1" indent="-240791" algn="l" rtl="0">
              <a:spcBef>
                <a:spcPts val="324"/>
              </a:spcBef>
              <a:buClr>
                <a:schemeClr val="accent1"/>
              </a:buClr>
              <a:buSzPct val="115000"/>
              <a:buFont typeface="Rambla"/>
              <a:buChar char="◦"/>
            </a:pPr>
            <a:r>
              <a:rPr lang="en-US" sz="1950" b="0" i="0" u="none" strike="noStrike" cap="none" baseline="0">
                <a:solidFill>
                  <a:schemeClr val="dk1"/>
                </a:solidFill>
                <a:latin typeface="Rambla"/>
                <a:ea typeface="Rambla"/>
                <a:cs typeface="Rambla"/>
                <a:sym typeface="Rambla"/>
              </a:rPr>
              <a:t>Serviço utilizado para descobrir o endereço IP para um determinado nome de uma máquina na Internet;</a:t>
            </a:r>
          </a:p>
          <a:p>
            <a:pPr marL="621792" marR="0" lvl="1" indent="-240791" algn="l" rtl="0">
              <a:spcBef>
                <a:spcPts val="324"/>
              </a:spcBef>
              <a:buClr>
                <a:schemeClr val="accent1"/>
              </a:buClr>
              <a:buSzPct val="115000"/>
              <a:buFont typeface="Rambla"/>
              <a:buChar char="◦"/>
            </a:pPr>
            <a:r>
              <a:rPr lang="en-US" sz="1950" b="0" i="0" u="none" strike="noStrike" cap="none" baseline="0">
                <a:solidFill>
                  <a:schemeClr val="dk1"/>
                </a:solidFill>
                <a:latin typeface="Rambla"/>
                <a:ea typeface="Rambla"/>
                <a:cs typeface="Rambla"/>
                <a:sym typeface="Rambla"/>
              </a:rPr>
              <a:t>Porta: 53 </a:t>
            </a:r>
          </a:p>
          <a:p>
            <a:pPr marL="365760" marR="0" lvl="0" indent="-264160" algn="l" rtl="0">
              <a:spcBef>
                <a:spcPts val="400"/>
              </a:spcBef>
              <a:spcAft>
                <a:spcPts val="0"/>
              </a:spcAft>
              <a:buClr>
                <a:schemeClr val="accent1"/>
              </a:buClr>
              <a:buSzPct val="79826"/>
              <a:buFont typeface="Rambla"/>
              <a:buChar char=""/>
            </a:pPr>
            <a:r>
              <a:rPr lang="en-US" sz="2300" b="0" i="0" u="none" strike="noStrike" cap="none" baseline="0">
                <a:solidFill>
                  <a:schemeClr val="dk1"/>
                </a:solidFill>
                <a:latin typeface="Rambla"/>
                <a:ea typeface="Rambla"/>
                <a:cs typeface="Rambla"/>
                <a:sym typeface="Rambla"/>
              </a:rPr>
              <a:t>File Transfer Protocol (FTP) </a:t>
            </a:r>
          </a:p>
          <a:p>
            <a:pPr marL="621792" marR="0" lvl="1" indent="-240791" algn="l" rtl="0">
              <a:spcBef>
                <a:spcPts val="324"/>
              </a:spcBef>
              <a:buClr>
                <a:schemeClr val="accent1"/>
              </a:buClr>
              <a:buSzPct val="115000"/>
              <a:buFont typeface="Rambla"/>
              <a:buChar char="◦"/>
            </a:pPr>
            <a:r>
              <a:rPr lang="en-US" sz="1950" b="0" i="0" u="none" strike="noStrike" cap="none" baseline="0">
                <a:solidFill>
                  <a:schemeClr val="dk1"/>
                </a:solidFill>
                <a:latin typeface="Rambla"/>
                <a:ea typeface="Rambla"/>
                <a:cs typeface="Rambla"/>
                <a:sym typeface="Rambla"/>
              </a:rPr>
              <a:t>Serviço utilizado para transferência de arquivos na Internet; </a:t>
            </a:r>
          </a:p>
          <a:p>
            <a:pPr marL="621792" marR="0" lvl="1" indent="-240791" algn="l" rtl="0">
              <a:spcBef>
                <a:spcPts val="324"/>
              </a:spcBef>
              <a:buClr>
                <a:schemeClr val="accent1"/>
              </a:buClr>
              <a:buSzPct val="115000"/>
              <a:buFont typeface="Rambla"/>
              <a:buChar char="◦"/>
            </a:pPr>
            <a:r>
              <a:rPr lang="en-US" sz="1950" b="0" i="0" u="none" strike="noStrike" cap="none" baseline="0">
                <a:solidFill>
                  <a:schemeClr val="dk1"/>
                </a:solidFill>
                <a:latin typeface="Rambla"/>
                <a:ea typeface="Rambla"/>
                <a:cs typeface="Rambla"/>
                <a:sym typeface="Rambla"/>
              </a:rPr>
              <a:t>Porta: 23</a:t>
            </a:r>
          </a:p>
          <a:p>
            <a:pPr marL="365760" marR="0" lvl="0" indent="-264160" algn="l" rtl="0">
              <a:spcBef>
                <a:spcPts val="400"/>
              </a:spcBef>
              <a:spcAft>
                <a:spcPts val="0"/>
              </a:spcAft>
              <a:buClr>
                <a:schemeClr val="accent1"/>
              </a:buClr>
              <a:buSzPct val="79826"/>
              <a:buFont typeface="Rambla"/>
              <a:buChar char=""/>
            </a:pPr>
            <a:r>
              <a:rPr lang="en-US" sz="2300" b="0" i="0" u="none" strike="noStrike" cap="none" baseline="0">
                <a:solidFill>
                  <a:schemeClr val="dk1"/>
                </a:solidFill>
                <a:latin typeface="Rambla"/>
                <a:ea typeface="Rambla"/>
                <a:cs typeface="Rambla"/>
                <a:sym typeface="Rambla"/>
              </a:rPr>
              <a:t>TELNET </a:t>
            </a:r>
          </a:p>
          <a:p>
            <a:pPr marL="621792" marR="0" lvl="1" indent="-240791" algn="l" rtl="0">
              <a:spcBef>
                <a:spcPts val="324"/>
              </a:spcBef>
              <a:buClr>
                <a:schemeClr val="accent1"/>
              </a:buClr>
              <a:buSzPct val="115000"/>
              <a:buFont typeface="Rambla"/>
              <a:buChar char="◦"/>
            </a:pPr>
            <a:r>
              <a:rPr lang="en-US" sz="1950" b="0" i="0" u="none" strike="noStrike" cap="none" baseline="0">
                <a:solidFill>
                  <a:schemeClr val="dk1"/>
                </a:solidFill>
                <a:latin typeface="Rambla"/>
                <a:ea typeface="Rambla"/>
                <a:cs typeface="Rambla"/>
                <a:sym typeface="Rambla"/>
              </a:rPr>
              <a:t>Serviço de para acesso remoto de máquinas através do terminal (linha de comando); </a:t>
            </a:r>
          </a:p>
          <a:p>
            <a:pPr marL="621792" marR="0" lvl="1" indent="-240791" algn="l" rtl="0">
              <a:spcBef>
                <a:spcPts val="324"/>
              </a:spcBef>
              <a:buClr>
                <a:schemeClr val="accent1"/>
              </a:buClr>
              <a:buSzPct val="115000"/>
              <a:buFont typeface="Rambla"/>
              <a:buChar char="◦"/>
            </a:pPr>
            <a:r>
              <a:rPr lang="en-US" sz="1950" b="0" i="0" u="none" strike="noStrike" cap="none" baseline="0">
                <a:solidFill>
                  <a:schemeClr val="dk1"/>
                </a:solidFill>
                <a:latin typeface="Rambla"/>
                <a:ea typeface="Rambla"/>
                <a:cs typeface="Rambla"/>
                <a:sym typeface="Rambla"/>
              </a:rPr>
              <a:t>Porta: 23 </a:t>
            </a:r>
          </a:p>
          <a:p>
            <a:pPr marL="365760" marR="0" lvl="0" indent="-264160" algn="l" rtl="0">
              <a:spcBef>
                <a:spcPts val="400"/>
              </a:spcBef>
              <a:spcAft>
                <a:spcPts val="0"/>
              </a:spcAft>
              <a:buClr>
                <a:schemeClr val="accent1"/>
              </a:buClr>
              <a:buSzPct val="79826"/>
              <a:buFont typeface="Rambla"/>
              <a:buChar char=""/>
            </a:pPr>
            <a:r>
              <a:rPr lang="en-US" sz="2300" b="0" i="0" u="none" strike="noStrike" cap="none" baseline="0">
                <a:solidFill>
                  <a:schemeClr val="dk1"/>
                </a:solidFill>
                <a:latin typeface="Rambla"/>
                <a:ea typeface="Rambla"/>
                <a:cs typeface="Rambla"/>
                <a:sym typeface="Rambla"/>
              </a:rPr>
              <a:t>WWW </a:t>
            </a:r>
          </a:p>
          <a:p>
            <a:pPr marL="621792" marR="0" lvl="1" indent="-240791" algn="l" rtl="0">
              <a:spcBef>
                <a:spcPts val="324"/>
              </a:spcBef>
              <a:buClr>
                <a:schemeClr val="accent1"/>
              </a:buClr>
              <a:buSzPct val="115000"/>
              <a:buFont typeface="Rambla"/>
              <a:buChar char="◦"/>
            </a:pPr>
            <a:r>
              <a:rPr lang="en-US" sz="1950" b="0" i="0" u="none" strike="noStrike" cap="none" baseline="0">
                <a:solidFill>
                  <a:schemeClr val="dk1"/>
                </a:solidFill>
                <a:latin typeface="Rambla"/>
                <a:ea typeface="Rambla"/>
                <a:cs typeface="Rambla"/>
                <a:sym typeface="Rambla"/>
              </a:rPr>
              <a:t>Serviço que garante o acesso aos recursos multimídia; </a:t>
            </a:r>
          </a:p>
          <a:p>
            <a:pPr marL="621792" marR="0" lvl="1" indent="-240791" algn="l" rtl="0">
              <a:spcBef>
                <a:spcPts val="324"/>
              </a:spcBef>
              <a:buClr>
                <a:schemeClr val="accent1"/>
              </a:buClr>
              <a:buSzPct val="115000"/>
              <a:buFont typeface="Rambla"/>
              <a:buChar char="◦"/>
            </a:pPr>
            <a:r>
              <a:rPr lang="en-US" sz="1950" b="0" i="0" u="none" strike="noStrike" cap="none" baseline="0">
                <a:solidFill>
                  <a:schemeClr val="dk1"/>
                </a:solidFill>
                <a:latin typeface="Rambla"/>
                <a:ea typeface="Rambla"/>
                <a:cs typeface="Rambla"/>
                <a:sym typeface="Rambla"/>
              </a:rPr>
              <a:t>Utiliza o protocolo HTTP; </a:t>
            </a:r>
          </a:p>
          <a:p>
            <a:pPr marL="621792" marR="0" lvl="1" indent="-240791" algn="l" rtl="0">
              <a:spcBef>
                <a:spcPts val="324"/>
              </a:spcBef>
              <a:buClr>
                <a:schemeClr val="accent1"/>
              </a:buClr>
              <a:buSzPct val="115000"/>
              <a:buFont typeface="Rambla"/>
              <a:buChar char="◦"/>
            </a:pPr>
            <a:r>
              <a:rPr lang="en-US" sz="1950" b="0" i="0" u="none" strike="noStrike" cap="none" baseline="0">
                <a:solidFill>
                  <a:schemeClr val="dk1"/>
                </a:solidFill>
                <a:latin typeface="Rambla"/>
                <a:ea typeface="Rambla"/>
                <a:cs typeface="Rambla"/>
                <a:sym typeface="Rambla"/>
              </a:rPr>
              <a:t>Porta: 80</a:t>
            </a:r>
          </a:p>
        </p:txBody>
      </p:sp>
    </p:spTree>
  </p:cSld>
  <p:clrMapOvr>
    <a:masterClrMapping/>
  </p:clrMapOvr>
  <p:transition spd="slow">
    <p:cut/>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title"/>
          </p:nvPr>
        </p:nvSpPr>
        <p:spPr/>
        <p:txBody>
          <a:bodyPr/>
          <a:lstStyle/>
          <a:p>
            <a:r>
              <a:rPr lang="pt-BR" dirty="0" smtClean="0"/>
              <a:t>Browser ou </a:t>
            </a:r>
            <a:r>
              <a:rPr lang="pt-BR" dirty="0" smtClean="0"/>
              <a:t>Navegadores</a:t>
            </a:r>
            <a:endParaRPr lang="pt-BR" dirty="0"/>
          </a:p>
        </p:txBody>
      </p:sp>
      <p:pic>
        <p:nvPicPr>
          <p:cNvPr id="1026" name="Picture 2" descr="http://i.i.cbsi.com/cnwk.1d/i/tim/2011/12/14/5browser-logo-pentagon.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1361731"/>
            <a:ext cx="6264696" cy="50169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5140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wheel(1)">
                                      <p:cBhvr>
                                        <p:cTn id="7" dur="20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Texto 1"/>
          <p:cNvSpPr>
            <a:spLocks noGrp="1"/>
          </p:cNvSpPr>
          <p:nvPr>
            <p:ph type="body" idx="1"/>
          </p:nvPr>
        </p:nvSpPr>
        <p:spPr/>
        <p:txBody>
          <a:bodyPr/>
          <a:lstStyle/>
          <a:p>
            <a:pPr>
              <a:buFont typeface="Arial" panose="020B0604020202020204" pitchFamily="34" charset="0"/>
              <a:buChar char="•"/>
            </a:pPr>
            <a:r>
              <a:rPr lang="pt-BR" dirty="0" smtClean="0"/>
              <a:t>Pesquisa sobre arquitetura web</a:t>
            </a:r>
          </a:p>
          <a:p>
            <a:pPr lvl="1">
              <a:buFont typeface="Arial" panose="020B0604020202020204" pitchFamily="34" charset="0"/>
              <a:buChar char="•"/>
            </a:pPr>
            <a:r>
              <a:rPr lang="pt-BR" dirty="0" smtClean="0"/>
              <a:t>Grupos de 4 pessoas</a:t>
            </a:r>
          </a:p>
          <a:p>
            <a:pPr lvl="1">
              <a:buFont typeface="Arial" panose="020B0604020202020204" pitchFamily="34" charset="0"/>
              <a:buChar char="•"/>
            </a:pPr>
            <a:r>
              <a:rPr lang="pt-BR" dirty="0" smtClean="0"/>
              <a:t>Sobre</a:t>
            </a:r>
          </a:p>
          <a:p>
            <a:pPr lvl="2">
              <a:buFont typeface="Arial" panose="020B0604020202020204" pitchFamily="34" charset="0"/>
              <a:buChar char="•"/>
            </a:pPr>
            <a:r>
              <a:rPr lang="pt-BR" dirty="0" smtClean="0"/>
              <a:t>Estrutura cliente-servidor</a:t>
            </a:r>
          </a:p>
          <a:p>
            <a:pPr lvl="2">
              <a:buFont typeface="Arial" panose="020B0604020202020204" pitchFamily="34" charset="0"/>
              <a:buChar char="•"/>
            </a:pPr>
            <a:r>
              <a:rPr lang="pt-BR" dirty="0" smtClean="0"/>
              <a:t>Protocolo HTTP</a:t>
            </a:r>
          </a:p>
          <a:p>
            <a:pPr lvl="2">
              <a:buFont typeface="Arial" panose="020B0604020202020204" pitchFamily="34" charset="0"/>
              <a:buChar char="•"/>
            </a:pPr>
            <a:r>
              <a:rPr lang="pt-BR" dirty="0" smtClean="0"/>
              <a:t>URL</a:t>
            </a:r>
          </a:p>
          <a:p>
            <a:pPr lvl="2">
              <a:buFont typeface="Arial" panose="020B0604020202020204" pitchFamily="34" charset="0"/>
              <a:buChar char="•"/>
            </a:pPr>
            <a:r>
              <a:rPr lang="pt-BR" dirty="0" smtClean="0"/>
              <a:t>Browser</a:t>
            </a:r>
          </a:p>
          <a:p>
            <a:pPr lvl="2">
              <a:buFont typeface="Arial" panose="020B0604020202020204" pitchFamily="34" charset="0"/>
              <a:buChar char="•"/>
            </a:pPr>
            <a:r>
              <a:rPr lang="pt-BR" dirty="0" smtClean="0"/>
              <a:t>Camadas de desenvolvimento (Back </a:t>
            </a:r>
            <a:r>
              <a:rPr lang="pt-BR" dirty="0" err="1" smtClean="0"/>
              <a:t>end</a:t>
            </a:r>
            <a:r>
              <a:rPr lang="pt-BR" dirty="0" smtClean="0"/>
              <a:t> e Front </a:t>
            </a:r>
            <a:r>
              <a:rPr lang="pt-BR" dirty="0" err="1" smtClean="0"/>
              <a:t>end</a:t>
            </a:r>
            <a:r>
              <a:rPr lang="pt-BR" dirty="0" smtClean="0"/>
              <a:t>)</a:t>
            </a:r>
          </a:p>
          <a:p>
            <a:pPr lvl="1">
              <a:buFont typeface="Arial" panose="020B0604020202020204" pitchFamily="34" charset="0"/>
              <a:buChar char="•"/>
            </a:pPr>
            <a:r>
              <a:rPr lang="pt-BR" dirty="0" smtClean="0"/>
              <a:t>Duração: 15 minutos</a:t>
            </a:r>
            <a:endParaRPr lang="pt-BR" dirty="0"/>
          </a:p>
        </p:txBody>
      </p:sp>
      <p:sp>
        <p:nvSpPr>
          <p:cNvPr id="3" name="Título 2"/>
          <p:cNvSpPr>
            <a:spLocks noGrp="1"/>
          </p:cNvSpPr>
          <p:nvPr>
            <p:ph type="title"/>
          </p:nvPr>
        </p:nvSpPr>
        <p:spPr/>
        <p:txBody>
          <a:bodyPr/>
          <a:lstStyle/>
          <a:p>
            <a:r>
              <a:rPr lang="pt-BR" dirty="0" smtClean="0"/>
              <a:t>Atividade</a:t>
            </a:r>
            <a:endParaRPr lang="pt-BR" dirty="0"/>
          </a:p>
        </p:txBody>
      </p:sp>
    </p:spTree>
    <p:extLst>
      <p:ext uri="{BB962C8B-B14F-4D97-AF65-F5344CB8AC3E}">
        <p14:creationId xmlns:p14="http://schemas.microsoft.com/office/powerpoint/2010/main" val="16300420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Texto 1"/>
          <p:cNvSpPr>
            <a:spLocks noGrp="1"/>
          </p:cNvSpPr>
          <p:nvPr>
            <p:ph type="body" idx="1"/>
          </p:nvPr>
        </p:nvSpPr>
        <p:spPr/>
        <p:txBody>
          <a:bodyPr>
            <a:normAutofit/>
          </a:bodyPr>
          <a:lstStyle/>
          <a:p>
            <a:pPr>
              <a:buSzPct val="172000"/>
              <a:buFont typeface="Arial" panose="020B0604020202020204" pitchFamily="34" charset="0"/>
              <a:buChar char="•"/>
            </a:pPr>
            <a:r>
              <a:rPr lang="pt-BR" sz="2400" dirty="0" smtClean="0"/>
              <a:t>1980 – nasce os princípio fundamentais do HTML</a:t>
            </a:r>
          </a:p>
          <a:p>
            <a:pPr>
              <a:buSzPct val="172000"/>
              <a:buFont typeface="Arial" panose="020B0604020202020204" pitchFamily="34" charset="0"/>
              <a:buChar char="•"/>
            </a:pPr>
            <a:r>
              <a:rPr lang="pt-BR" sz="2400" dirty="0" smtClean="0"/>
              <a:t>1990 –Tim </a:t>
            </a:r>
            <a:r>
              <a:rPr lang="pt-BR" sz="2400" dirty="0" err="1" smtClean="0"/>
              <a:t>Barners</a:t>
            </a:r>
            <a:r>
              <a:rPr lang="pt-BR" sz="2400" dirty="0" smtClean="0"/>
              <a:t>-Lee constrói o primeiro navegador/edito chamado </a:t>
            </a:r>
            <a:r>
              <a:rPr lang="pt-BR" sz="2400" dirty="0" err="1" smtClean="0"/>
              <a:t>WorldWideWeb</a:t>
            </a:r>
            <a:r>
              <a:rPr lang="pt-BR" sz="2400" dirty="0" smtClean="0"/>
              <a:t> e cria o protocolo HTTP</a:t>
            </a:r>
          </a:p>
          <a:p>
            <a:pPr>
              <a:buSzPct val="172000"/>
              <a:buFont typeface="Arial" panose="020B0604020202020204" pitchFamily="34" charset="0"/>
              <a:buChar char="•"/>
            </a:pPr>
            <a:r>
              <a:rPr lang="pt-BR" sz="2400" dirty="0" smtClean="0"/>
              <a:t>1992 – Marc </a:t>
            </a:r>
            <a:r>
              <a:rPr lang="pt-BR" sz="2400" dirty="0" err="1" smtClean="0"/>
              <a:t>Andressen</a:t>
            </a:r>
            <a:r>
              <a:rPr lang="pt-BR" sz="2400" dirty="0" smtClean="0"/>
              <a:t> cria o Netscape e inicia o projeto de seu próprio navegador chamado </a:t>
            </a:r>
            <a:r>
              <a:rPr lang="pt-BR" sz="2400" dirty="0" err="1" smtClean="0"/>
              <a:t>Mosaic</a:t>
            </a:r>
            <a:endParaRPr lang="pt-BR" sz="2400" dirty="0" smtClean="0"/>
          </a:p>
          <a:p>
            <a:pPr>
              <a:buSzPct val="172000"/>
              <a:buFont typeface="Arial" panose="020B0604020202020204" pitchFamily="34" charset="0"/>
              <a:buChar char="•"/>
            </a:pPr>
            <a:r>
              <a:rPr lang="pt-BR" sz="2400" dirty="0" smtClean="0"/>
              <a:t>1993 – Um documento chamado “Hypertext </a:t>
            </a:r>
            <a:r>
              <a:rPr lang="pt-BR" sz="2400" dirty="0" err="1" smtClean="0"/>
              <a:t>Markup</a:t>
            </a:r>
            <a:r>
              <a:rPr lang="pt-BR" sz="2400" dirty="0" smtClean="0"/>
              <a:t> </a:t>
            </a:r>
            <a:r>
              <a:rPr lang="pt-BR" sz="2400" dirty="0" err="1" smtClean="0"/>
              <a:t>Language</a:t>
            </a:r>
            <a:r>
              <a:rPr lang="pt-BR" sz="2400" dirty="0" smtClean="0"/>
              <a:t>” foi publicado pela IETF (Internet </a:t>
            </a:r>
            <a:r>
              <a:rPr lang="pt-BR" sz="2400" dirty="0" err="1" smtClean="0"/>
              <a:t>Engineering</a:t>
            </a:r>
            <a:r>
              <a:rPr lang="pt-BR" sz="2400" dirty="0" smtClean="0"/>
              <a:t> </a:t>
            </a:r>
            <a:r>
              <a:rPr lang="pt-BR" sz="2400" dirty="0" err="1" smtClean="0"/>
              <a:t>Task</a:t>
            </a:r>
            <a:r>
              <a:rPr lang="pt-BR" sz="2400" dirty="0" smtClean="0"/>
              <a:t> Force). Neste mesmo ano foi lançado o navegador </a:t>
            </a:r>
            <a:r>
              <a:rPr lang="pt-BR" sz="2400" dirty="0" err="1" smtClean="0"/>
              <a:t>Mosaic</a:t>
            </a:r>
            <a:r>
              <a:rPr lang="pt-BR" sz="2400" dirty="0" smtClean="0"/>
              <a:t>.</a:t>
            </a:r>
          </a:p>
        </p:txBody>
      </p:sp>
      <p:sp>
        <p:nvSpPr>
          <p:cNvPr id="3" name="Título 2"/>
          <p:cNvSpPr>
            <a:spLocks noGrp="1"/>
          </p:cNvSpPr>
          <p:nvPr>
            <p:ph type="title"/>
          </p:nvPr>
        </p:nvSpPr>
        <p:spPr/>
        <p:txBody>
          <a:bodyPr/>
          <a:lstStyle/>
          <a:p>
            <a:r>
              <a:rPr lang="pt-BR" dirty="0" smtClean="0"/>
              <a:t>Evolução do HTML</a:t>
            </a:r>
            <a:endParaRPr lang="pt-BR" dirty="0"/>
          </a:p>
        </p:txBody>
      </p:sp>
    </p:spTree>
    <p:extLst>
      <p:ext uri="{BB962C8B-B14F-4D97-AF65-F5344CB8AC3E}">
        <p14:creationId xmlns:p14="http://schemas.microsoft.com/office/powerpoint/2010/main" val="115460018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Texto 1"/>
          <p:cNvSpPr>
            <a:spLocks noGrp="1"/>
          </p:cNvSpPr>
          <p:nvPr>
            <p:ph type="body" idx="1"/>
          </p:nvPr>
        </p:nvSpPr>
        <p:spPr/>
        <p:txBody>
          <a:bodyPr>
            <a:normAutofit/>
          </a:bodyPr>
          <a:lstStyle/>
          <a:p>
            <a:pPr>
              <a:buSzPct val="172000"/>
              <a:buFont typeface="Arial" panose="020B0604020202020204" pitchFamily="34" charset="0"/>
              <a:buChar char="•"/>
            </a:pPr>
            <a:r>
              <a:rPr lang="pt-BR" sz="2400" dirty="0" smtClean="0"/>
              <a:t>1994 – Surge a especificação HTML 2.0</a:t>
            </a:r>
          </a:p>
          <a:p>
            <a:pPr>
              <a:buSzPct val="172000"/>
              <a:buFont typeface="Arial" panose="020B0604020202020204" pitchFamily="34" charset="0"/>
              <a:buChar char="•"/>
            </a:pPr>
            <a:r>
              <a:rPr lang="pt-BR" sz="2400" dirty="0" smtClean="0"/>
              <a:t>1995 – HTML 2.0 é oficialmente publicado. Paralelamente surge o primeiro rascunho do HTML 3.0. Microsoft lança o Internet Explorer para concorrer com o Netscape</a:t>
            </a:r>
          </a:p>
          <a:p>
            <a:pPr>
              <a:buSzPct val="172000"/>
              <a:buFont typeface="Arial" panose="020B0604020202020204" pitchFamily="34" charset="0"/>
              <a:buChar char="•"/>
            </a:pPr>
            <a:r>
              <a:rPr lang="pt-BR" sz="2400" dirty="0" smtClean="0"/>
              <a:t>1996 – W3C cria grupo HTML Editorial </a:t>
            </a:r>
            <a:r>
              <a:rPr lang="pt-BR" sz="2400" dirty="0" err="1" smtClean="0"/>
              <a:t>Review</a:t>
            </a:r>
            <a:r>
              <a:rPr lang="pt-BR" sz="2400" dirty="0" smtClean="0"/>
              <a:t> </a:t>
            </a:r>
            <a:r>
              <a:rPr lang="pt-BR" sz="2400" dirty="0" err="1" smtClean="0"/>
              <a:t>Board</a:t>
            </a:r>
            <a:r>
              <a:rPr lang="pt-BR" sz="2400" dirty="0" smtClean="0"/>
              <a:t> com objetivo de padronizar o desenvolvimento de padrões para WEB</a:t>
            </a:r>
          </a:p>
        </p:txBody>
      </p:sp>
      <p:sp>
        <p:nvSpPr>
          <p:cNvPr id="3" name="Título 2"/>
          <p:cNvSpPr>
            <a:spLocks noGrp="1"/>
          </p:cNvSpPr>
          <p:nvPr>
            <p:ph type="title"/>
          </p:nvPr>
        </p:nvSpPr>
        <p:spPr/>
        <p:txBody>
          <a:bodyPr/>
          <a:lstStyle/>
          <a:p>
            <a:r>
              <a:rPr lang="pt-BR" dirty="0" smtClean="0"/>
              <a:t>Evolução do HTML</a:t>
            </a:r>
            <a:endParaRPr lang="pt-BR" dirty="0"/>
          </a:p>
        </p:txBody>
      </p:sp>
    </p:spTree>
    <p:extLst>
      <p:ext uri="{BB962C8B-B14F-4D97-AF65-F5344CB8AC3E}">
        <p14:creationId xmlns:p14="http://schemas.microsoft.com/office/powerpoint/2010/main" val="115460018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Texto 1"/>
          <p:cNvSpPr>
            <a:spLocks noGrp="1"/>
          </p:cNvSpPr>
          <p:nvPr>
            <p:ph type="body" idx="1"/>
          </p:nvPr>
        </p:nvSpPr>
        <p:spPr/>
        <p:txBody>
          <a:bodyPr>
            <a:normAutofit/>
          </a:bodyPr>
          <a:lstStyle/>
          <a:p>
            <a:pPr>
              <a:buSzPct val="172000"/>
              <a:buFont typeface="Arial" panose="020B0604020202020204" pitchFamily="34" charset="0"/>
              <a:buChar char="•"/>
            </a:pPr>
            <a:r>
              <a:rPr lang="pt-BR" sz="2400" dirty="0" smtClean="0"/>
              <a:t>1997 – W3C atualiza oficialmente o HTML 2.0 para o HTML 3.2 (incluindo tabelas e </a:t>
            </a:r>
            <a:r>
              <a:rPr lang="pt-BR" sz="2400" dirty="0" err="1" smtClean="0"/>
              <a:t>applets</a:t>
            </a:r>
            <a:r>
              <a:rPr lang="pt-BR" sz="2400" dirty="0" smtClean="0"/>
              <a:t> Java). Especificação 4.0 do HTML foi publicado como recomendação do W3C, incorporando o uso das folhas de estilos – CSS</a:t>
            </a:r>
          </a:p>
          <a:p>
            <a:pPr>
              <a:buSzPct val="172000"/>
              <a:buFont typeface="Arial" panose="020B0604020202020204" pitchFamily="34" charset="0"/>
              <a:buChar char="•"/>
            </a:pPr>
            <a:r>
              <a:rPr lang="pt-BR" sz="2400" dirty="0" smtClean="0"/>
              <a:t>1999 – publicado o HTML 4.01 buscando a compatibilidade com as versões anteriores através de 3 implementações: </a:t>
            </a:r>
            <a:r>
              <a:rPr lang="pt-BR" sz="2400" dirty="0" err="1" smtClean="0"/>
              <a:t>strict</a:t>
            </a:r>
            <a:r>
              <a:rPr lang="pt-BR" sz="2400" dirty="0" smtClean="0"/>
              <a:t>, </a:t>
            </a:r>
            <a:r>
              <a:rPr lang="pt-BR" sz="2400" dirty="0" err="1" smtClean="0"/>
              <a:t>transitional</a:t>
            </a:r>
            <a:r>
              <a:rPr lang="pt-BR" sz="2400" dirty="0" smtClean="0"/>
              <a:t> e </a:t>
            </a:r>
            <a:r>
              <a:rPr lang="pt-BR" sz="2400" dirty="0" err="1" smtClean="0"/>
              <a:t>frameset</a:t>
            </a:r>
            <a:endParaRPr lang="pt-BR" sz="2400" dirty="0" smtClean="0"/>
          </a:p>
        </p:txBody>
      </p:sp>
      <p:sp>
        <p:nvSpPr>
          <p:cNvPr id="3" name="Título 2"/>
          <p:cNvSpPr>
            <a:spLocks noGrp="1"/>
          </p:cNvSpPr>
          <p:nvPr>
            <p:ph type="title"/>
          </p:nvPr>
        </p:nvSpPr>
        <p:spPr/>
        <p:txBody>
          <a:bodyPr/>
          <a:lstStyle/>
          <a:p>
            <a:r>
              <a:rPr lang="pt-BR" dirty="0" smtClean="0"/>
              <a:t>Evolução do HTML</a:t>
            </a:r>
            <a:endParaRPr lang="pt-BR" dirty="0"/>
          </a:p>
        </p:txBody>
      </p:sp>
    </p:spTree>
    <p:extLst>
      <p:ext uri="{BB962C8B-B14F-4D97-AF65-F5344CB8AC3E}">
        <p14:creationId xmlns:p14="http://schemas.microsoft.com/office/powerpoint/2010/main" val="115460018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Texto 1"/>
          <p:cNvSpPr>
            <a:spLocks noGrp="1"/>
          </p:cNvSpPr>
          <p:nvPr>
            <p:ph type="body" idx="1"/>
          </p:nvPr>
        </p:nvSpPr>
        <p:spPr/>
        <p:txBody>
          <a:bodyPr>
            <a:normAutofit/>
          </a:bodyPr>
          <a:lstStyle/>
          <a:p>
            <a:pPr>
              <a:buSzPct val="172000"/>
              <a:buFont typeface="Arial" panose="020B0604020202020204" pitchFamily="34" charset="0"/>
              <a:buChar char="•"/>
            </a:pPr>
            <a:r>
              <a:rPr lang="pt-BR" sz="2400" dirty="0" smtClean="0"/>
              <a:t>2000 – XHTML 1.0 publicado, apoiado no XML. Uso de sintaxe mais rigorosa e fortalece a divisão entre camada de conteúdo e camada de apresentação</a:t>
            </a:r>
          </a:p>
          <a:p>
            <a:pPr>
              <a:buSzPct val="172000"/>
              <a:buFont typeface="Arial" panose="020B0604020202020204" pitchFamily="34" charset="0"/>
              <a:buChar char="•"/>
            </a:pPr>
            <a:r>
              <a:rPr lang="pt-BR" sz="2400" dirty="0" smtClean="0"/>
              <a:t>2001 – XHTML 1.1 é lançado oferecendo recursos de modularização</a:t>
            </a:r>
          </a:p>
          <a:p>
            <a:pPr>
              <a:buSzPct val="172000"/>
              <a:buFont typeface="Arial" panose="020B0604020202020204" pitchFamily="34" charset="0"/>
              <a:buChar char="•"/>
            </a:pPr>
            <a:r>
              <a:rPr lang="pt-BR" sz="2400" dirty="0" smtClean="0"/>
              <a:t>2002 – entre os anos 2002 e 2006, o W3C apresenta oito rascunhos do XHTML 2.0 estruturados de modo não compatível nem com o XHTML 1.0 nem com o HTML 4.0, fato que causou polêmica entre os desenvolvedores e fabricantes</a:t>
            </a:r>
          </a:p>
        </p:txBody>
      </p:sp>
      <p:sp>
        <p:nvSpPr>
          <p:cNvPr id="3" name="Título 2"/>
          <p:cNvSpPr>
            <a:spLocks noGrp="1"/>
          </p:cNvSpPr>
          <p:nvPr>
            <p:ph type="title"/>
          </p:nvPr>
        </p:nvSpPr>
        <p:spPr/>
        <p:txBody>
          <a:bodyPr/>
          <a:lstStyle/>
          <a:p>
            <a:r>
              <a:rPr lang="pt-BR" dirty="0" smtClean="0"/>
              <a:t>Evolução do HTML</a:t>
            </a:r>
            <a:endParaRPr lang="pt-BR" dirty="0"/>
          </a:p>
        </p:txBody>
      </p:sp>
    </p:spTree>
    <p:extLst>
      <p:ext uri="{BB962C8B-B14F-4D97-AF65-F5344CB8AC3E}">
        <p14:creationId xmlns:p14="http://schemas.microsoft.com/office/powerpoint/2010/main" val="115460018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Texto 1"/>
          <p:cNvSpPr>
            <a:spLocks noGrp="1"/>
          </p:cNvSpPr>
          <p:nvPr>
            <p:ph type="body" idx="1"/>
          </p:nvPr>
        </p:nvSpPr>
        <p:spPr/>
        <p:txBody>
          <a:bodyPr>
            <a:normAutofit/>
          </a:bodyPr>
          <a:lstStyle/>
          <a:p>
            <a:pPr>
              <a:buSzPct val="172000"/>
              <a:buFont typeface="Arial" panose="020B0604020202020204" pitchFamily="34" charset="0"/>
              <a:buChar char="•"/>
            </a:pPr>
            <a:r>
              <a:rPr lang="pt-BR" sz="2400" dirty="0" smtClean="0"/>
              <a:t>2004 – Desenvolvedores das empresas Opera e Mozilla mostram-se insatisfeitos com o caminho proposto pelo W3C em relação ao futuro da web com a especificação do XHTML 2.0, e juntamente com a Apple, formam o WHATWG (web Hypertext </a:t>
            </a:r>
            <a:r>
              <a:rPr lang="pt-BR" sz="2400" dirty="0" err="1" smtClean="0"/>
              <a:t>Application</a:t>
            </a:r>
            <a:r>
              <a:rPr lang="pt-BR" sz="2400" dirty="0" smtClean="0"/>
              <a:t> Technology </a:t>
            </a:r>
            <a:r>
              <a:rPr lang="pt-BR" sz="2400" dirty="0" err="1" smtClean="0"/>
              <a:t>Working</a:t>
            </a:r>
            <a:r>
              <a:rPr lang="pt-BR" sz="2400" dirty="0" smtClean="0"/>
              <a:t> </a:t>
            </a:r>
            <a:r>
              <a:rPr lang="pt-BR" sz="2400" dirty="0" err="1" smtClean="0"/>
              <a:t>Group</a:t>
            </a:r>
            <a:r>
              <a:rPr lang="pt-BR" sz="2400" dirty="0" smtClean="0"/>
              <a:t>) e depois integrado pelo Google</a:t>
            </a:r>
          </a:p>
          <a:p>
            <a:pPr>
              <a:buSzPct val="172000"/>
              <a:buFont typeface="Arial" panose="020B0604020202020204" pitchFamily="34" charset="0"/>
              <a:buChar char="•"/>
            </a:pPr>
            <a:r>
              <a:rPr lang="pt-BR" sz="2400" dirty="0" smtClean="0"/>
              <a:t>2006 – Atuação do WHATWG é reconhecida pelo W3C, até então caminhando separadamente. Tim Berners-Lee anuncia que trabalhará em parceria com o WHATWG</a:t>
            </a:r>
          </a:p>
        </p:txBody>
      </p:sp>
      <p:sp>
        <p:nvSpPr>
          <p:cNvPr id="3" name="Título 2"/>
          <p:cNvSpPr>
            <a:spLocks noGrp="1"/>
          </p:cNvSpPr>
          <p:nvPr>
            <p:ph type="title"/>
          </p:nvPr>
        </p:nvSpPr>
        <p:spPr/>
        <p:txBody>
          <a:bodyPr/>
          <a:lstStyle/>
          <a:p>
            <a:r>
              <a:rPr lang="pt-BR" dirty="0" smtClean="0"/>
              <a:t>Evolução do HTML</a:t>
            </a:r>
            <a:endParaRPr lang="pt-BR" dirty="0"/>
          </a:p>
        </p:txBody>
      </p:sp>
    </p:spTree>
    <p:extLst>
      <p:ext uri="{BB962C8B-B14F-4D97-AF65-F5344CB8AC3E}">
        <p14:creationId xmlns:p14="http://schemas.microsoft.com/office/powerpoint/2010/main" val="115460018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Texto 1"/>
          <p:cNvSpPr>
            <a:spLocks noGrp="1"/>
          </p:cNvSpPr>
          <p:nvPr>
            <p:ph type="body" idx="1"/>
          </p:nvPr>
        </p:nvSpPr>
        <p:spPr/>
        <p:txBody>
          <a:bodyPr>
            <a:normAutofit/>
          </a:bodyPr>
          <a:lstStyle/>
          <a:p>
            <a:pPr>
              <a:buSzPct val="172000"/>
              <a:buFont typeface="Arial" panose="020B0604020202020204" pitchFamily="34" charset="0"/>
              <a:buChar char="•"/>
            </a:pPr>
            <a:r>
              <a:rPr lang="pt-BR" sz="2400" smtClean="0"/>
              <a:t>2007 </a:t>
            </a:r>
            <a:r>
              <a:rPr lang="pt-BR" sz="2400" dirty="0" smtClean="0"/>
              <a:t>– Apple, Mozilla e Opera solicitam que o W3C reconheça e aprove oficialmente o trabalho desenvolvido pelo WHATWG com nome de HTML5</a:t>
            </a:r>
          </a:p>
          <a:p>
            <a:pPr>
              <a:buSzPct val="172000"/>
              <a:buFont typeface="Arial" panose="020B0604020202020204" pitchFamily="34" charset="0"/>
              <a:buChar char="•"/>
            </a:pPr>
            <a:r>
              <a:rPr lang="pt-BR" sz="2400" dirty="0" smtClean="0"/>
              <a:t>2008 – HTML5 é publicado como projeto de trabalho (</a:t>
            </a:r>
            <a:r>
              <a:rPr lang="pt-BR" sz="2400" dirty="0" err="1" smtClean="0"/>
              <a:t>Working</a:t>
            </a:r>
            <a:r>
              <a:rPr lang="pt-BR" sz="2400" dirty="0" smtClean="0"/>
              <a:t> Draft) pelo W3C</a:t>
            </a:r>
          </a:p>
          <a:p>
            <a:pPr>
              <a:buSzPct val="172000"/>
              <a:buFont typeface="Arial" panose="020B0604020202020204" pitchFamily="34" charset="0"/>
              <a:buChar char="•"/>
            </a:pPr>
            <a:r>
              <a:rPr lang="pt-BR" sz="2400" dirty="0" smtClean="0"/>
              <a:t>2009 – O grupo de desenvolvimento responsável pelo XHTML 2.0 </a:t>
            </a:r>
            <a:r>
              <a:rPr lang="pt-BR" sz="2400" smtClean="0"/>
              <a:t>é encerrado</a:t>
            </a:r>
            <a:endParaRPr lang="pt-BR" sz="2400" dirty="0"/>
          </a:p>
        </p:txBody>
      </p:sp>
      <p:sp>
        <p:nvSpPr>
          <p:cNvPr id="3" name="Título 2"/>
          <p:cNvSpPr>
            <a:spLocks noGrp="1"/>
          </p:cNvSpPr>
          <p:nvPr>
            <p:ph type="title"/>
          </p:nvPr>
        </p:nvSpPr>
        <p:spPr/>
        <p:txBody>
          <a:bodyPr/>
          <a:lstStyle/>
          <a:p>
            <a:r>
              <a:rPr lang="pt-BR" dirty="0" smtClean="0"/>
              <a:t>Evolução do HTML</a:t>
            </a:r>
            <a:endParaRPr lang="pt-BR" dirty="0"/>
          </a:p>
        </p:txBody>
      </p:sp>
    </p:spTree>
    <p:extLst>
      <p:ext uri="{BB962C8B-B14F-4D97-AF65-F5344CB8AC3E}">
        <p14:creationId xmlns:p14="http://schemas.microsoft.com/office/powerpoint/2010/main" val="115460018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Shape 108"/>
          <p:cNvSpPr txBox="1">
            <a:spLocks noGrp="1"/>
          </p:cNvSpPr>
          <p:nvPr>
            <p:ph type="body" idx="1"/>
          </p:nvPr>
        </p:nvSpPr>
        <p:spPr>
          <a:xfrm>
            <a:off x="457200" y="1481328"/>
            <a:ext cx="8229600" cy="4525963"/>
          </a:xfrm>
          <a:prstGeom prst="rect">
            <a:avLst/>
          </a:prstGeom>
          <a:noFill/>
          <a:ln>
            <a:noFill/>
          </a:ln>
        </p:spPr>
        <p:txBody>
          <a:bodyPr lIns="91425" tIns="45700" rIns="91425" bIns="45700" anchor="t" anchorCtr="0">
            <a:noAutofit/>
          </a:bodyPr>
          <a:lstStyle/>
          <a:p>
            <a:pPr marL="365760" marR="0" lvl="0" indent="-264160" algn="l" rtl="0">
              <a:spcBef>
                <a:spcPts val="400"/>
              </a:spcBef>
              <a:spcAft>
                <a:spcPts val="0"/>
              </a:spcAft>
              <a:buClr>
                <a:schemeClr val="accent1"/>
              </a:buClr>
              <a:buSzPct val="68000"/>
              <a:buFont typeface="Rambla"/>
              <a:buChar char=""/>
            </a:pPr>
            <a:r>
              <a:rPr lang="en-US" sz="2700" b="0" i="0" u="none" strike="noStrike" cap="none" baseline="0">
                <a:solidFill>
                  <a:schemeClr val="dk1"/>
                </a:solidFill>
                <a:latin typeface="Rambla"/>
                <a:ea typeface="Rambla"/>
                <a:cs typeface="Rambla"/>
                <a:sym typeface="Rambla"/>
              </a:rPr>
              <a:t>O HTML é uma linguagem de marcação de hipertexto;</a:t>
            </a:r>
          </a:p>
          <a:p>
            <a:pPr marL="365760" marR="0" lvl="0" indent="-264160" algn="l" rtl="0">
              <a:spcBef>
                <a:spcPts val="400"/>
              </a:spcBef>
              <a:spcAft>
                <a:spcPts val="0"/>
              </a:spcAft>
              <a:buClr>
                <a:schemeClr val="accent1"/>
              </a:buClr>
              <a:buSzPct val="68000"/>
              <a:buFont typeface="Rambla"/>
              <a:buChar char=""/>
            </a:pPr>
            <a:r>
              <a:rPr lang="en-US" sz="2700" b="0" i="0" u="none" strike="noStrike" cap="none" baseline="0">
                <a:solidFill>
                  <a:schemeClr val="dk1"/>
                </a:solidFill>
                <a:latin typeface="Rambla"/>
                <a:ea typeface="Rambla"/>
                <a:cs typeface="Rambla"/>
                <a:sym typeface="Rambla"/>
              </a:rPr>
              <a:t>O hipertexto é a forma não linear de leitura;</a:t>
            </a:r>
          </a:p>
          <a:p>
            <a:pPr marL="365760" marR="0" lvl="0" indent="-264160" algn="l" rtl="0">
              <a:spcBef>
                <a:spcPts val="400"/>
              </a:spcBef>
              <a:spcAft>
                <a:spcPts val="0"/>
              </a:spcAft>
              <a:buClr>
                <a:schemeClr val="accent1"/>
              </a:buClr>
              <a:buSzPct val="68000"/>
              <a:buFont typeface="Rambla"/>
              <a:buChar char=""/>
            </a:pPr>
            <a:r>
              <a:rPr lang="en-US" sz="2700" b="0" i="0" u="none" strike="noStrike" cap="none" baseline="0">
                <a:solidFill>
                  <a:schemeClr val="dk1"/>
                </a:solidFill>
                <a:latin typeface="Rambla"/>
                <a:ea typeface="Rambla"/>
                <a:cs typeface="Rambla"/>
                <a:sym typeface="Rambla"/>
              </a:rPr>
              <a:t>HTML não é uma linguagem de programação;</a:t>
            </a:r>
          </a:p>
          <a:p>
            <a:pPr marL="365760" marR="0" lvl="0" indent="-264160" algn="l" rtl="0">
              <a:spcBef>
                <a:spcPts val="400"/>
              </a:spcBef>
              <a:spcAft>
                <a:spcPts val="0"/>
              </a:spcAft>
              <a:buClr>
                <a:schemeClr val="accent1"/>
              </a:buClr>
              <a:buSzPct val="68000"/>
              <a:buFont typeface="Rambla"/>
              <a:buChar char=""/>
            </a:pPr>
            <a:r>
              <a:rPr lang="en-US" sz="2700" b="0" i="0" u="none" strike="noStrike" cap="none" baseline="0">
                <a:solidFill>
                  <a:schemeClr val="dk1"/>
                </a:solidFill>
                <a:latin typeface="Rambla"/>
                <a:ea typeface="Rambla"/>
                <a:cs typeface="Rambla"/>
                <a:sym typeface="Rambla"/>
              </a:rPr>
              <a:t>No HTML você pode dizer apenas o posicionamento do texto e das imagens, além de criar os links.</a:t>
            </a:r>
          </a:p>
        </p:txBody>
      </p:sp>
      <p:sp>
        <p:nvSpPr>
          <p:cNvPr id="109" name="Shape 109"/>
          <p:cNvSpPr txBox="1">
            <a:spLocks noGrp="1"/>
          </p:cNvSpPr>
          <p:nvPr>
            <p:ph type="title"/>
          </p:nvPr>
        </p:nvSpPr>
        <p:spPr>
          <a:xfrm>
            <a:off x="457200" y="274637"/>
            <a:ext cx="8229600" cy="1143000"/>
          </a:xfrm>
          <a:prstGeom prst="rect">
            <a:avLst/>
          </a:prstGeom>
          <a:noFill/>
          <a:ln>
            <a:noFill/>
          </a:ln>
        </p:spPr>
        <p:txBody>
          <a:bodyPr lIns="91425" tIns="45700" rIns="91425" bIns="45700" anchor="ctr" anchorCtr="0">
            <a:noAutofit/>
          </a:bodyPr>
          <a:lstStyle/>
          <a:p>
            <a:pPr marL="0" marR="0" lvl="0" indent="0" algn="l" rtl="0">
              <a:spcBef>
                <a:spcPts val="0"/>
              </a:spcBef>
              <a:buClr>
                <a:schemeClr val="dk2"/>
              </a:buClr>
              <a:buSzPct val="25000"/>
              <a:buFont typeface="Rambla"/>
              <a:buNone/>
            </a:pPr>
            <a:r>
              <a:rPr lang="en-US" sz="3500" b="1" i="0" u="none" strike="noStrike" cap="none" baseline="0">
                <a:solidFill>
                  <a:schemeClr val="dk2"/>
                </a:solidFill>
                <a:latin typeface="Rambla"/>
                <a:ea typeface="Rambla"/>
                <a:cs typeface="Rambla"/>
                <a:sym typeface="Rambla"/>
              </a:rPr>
              <a:t>HTML – Hypertext Markup Language</a:t>
            </a:r>
          </a:p>
        </p:txBody>
      </p:sp>
    </p:spTree>
  </p:cSld>
  <p:clrMapOvr>
    <a:masterClrMapping/>
  </p:clrMapOvr>
  <p:transition spd="slow">
    <p:cut/>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Shape 120"/>
          <p:cNvSpPr txBox="1">
            <a:spLocks noGrp="1"/>
          </p:cNvSpPr>
          <p:nvPr>
            <p:ph type="body" idx="1"/>
          </p:nvPr>
        </p:nvSpPr>
        <p:spPr>
          <a:xfrm>
            <a:off x="457200" y="1481328"/>
            <a:ext cx="8229600" cy="4525963"/>
          </a:xfrm>
          <a:prstGeom prst="rect">
            <a:avLst/>
          </a:prstGeom>
          <a:noFill/>
          <a:ln>
            <a:noFill/>
          </a:ln>
        </p:spPr>
        <p:txBody>
          <a:bodyPr lIns="91425" tIns="45700" rIns="91425" bIns="45700" anchor="t" anchorCtr="0">
            <a:noAutofit/>
          </a:bodyPr>
          <a:lstStyle/>
          <a:p>
            <a:pPr marL="365760" marR="0" lvl="0" indent="-264160" algn="l" rtl="0">
              <a:spcBef>
                <a:spcPts val="400"/>
              </a:spcBef>
              <a:spcAft>
                <a:spcPts val="0"/>
              </a:spcAft>
              <a:buClr>
                <a:schemeClr val="accent1"/>
              </a:buClr>
              <a:buSzPct val="68000"/>
              <a:buFont typeface="Rambla"/>
              <a:buChar char=""/>
            </a:pPr>
            <a:r>
              <a:rPr lang="en-US" sz="2700" b="0" i="0" u="none" strike="noStrike" cap="none" baseline="0">
                <a:solidFill>
                  <a:schemeClr val="dk1"/>
                </a:solidFill>
                <a:latin typeface="Rambla"/>
                <a:ea typeface="Rambla"/>
                <a:cs typeface="Rambla"/>
                <a:sym typeface="Rambla"/>
              </a:rPr>
              <a:t>Responsável pelo aspecto da página ou pelo layout da página;</a:t>
            </a:r>
          </a:p>
          <a:p>
            <a:pPr marL="365760" marR="0" lvl="0" indent="-264160" algn="l" rtl="0">
              <a:spcBef>
                <a:spcPts val="400"/>
              </a:spcBef>
              <a:spcAft>
                <a:spcPts val="0"/>
              </a:spcAft>
              <a:buClr>
                <a:schemeClr val="accent1"/>
              </a:buClr>
              <a:buSzPct val="68000"/>
              <a:buFont typeface="Rambla"/>
              <a:buChar char=""/>
            </a:pPr>
            <a:r>
              <a:rPr lang="en-US" sz="2700" b="0" i="0" u="none" strike="noStrike" cap="none" baseline="0">
                <a:solidFill>
                  <a:schemeClr val="dk1"/>
                </a:solidFill>
                <a:latin typeface="Rambla"/>
                <a:ea typeface="Rambla"/>
                <a:cs typeface="Rambla"/>
                <a:sym typeface="Rambla"/>
              </a:rPr>
              <a:t>Garante a acessibilidade das máquinas e das pessoas;</a:t>
            </a:r>
          </a:p>
          <a:p>
            <a:pPr marL="365760" marR="0" lvl="0" indent="-264160" algn="l" rtl="0">
              <a:spcBef>
                <a:spcPts val="400"/>
              </a:spcBef>
              <a:spcAft>
                <a:spcPts val="0"/>
              </a:spcAft>
              <a:buClr>
                <a:schemeClr val="accent1"/>
              </a:buClr>
              <a:buSzPct val="68000"/>
              <a:buFont typeface="Rambla"/>
              <a:buChar char=""/>
            </a:pPr>
            <a:r>
              <a:rPr lang="en-US" sz="2700" b="0" i="0" u="none" strike="noStrike" cap="none" baseline="0">
                <a:solidFill>
                  <a:schemeClr val="dk1"/>
                </a:solidFill>
                <a:latin typeface="Rambla"/>
                <a:ea typeface="Rambla"/>
                <a:cs typeface="Rambla"/>
                <a:sym typeface="Rambla"/>
              </a:rPr>
              <a:t>O CSS não é uma linguagem de programação e nem de marcação;</a:t>
            </a:r>
          </a:p>
          <a:p>
            <a:pPr marL="365760" marR="0" lvl="0" indent="-264160" algn="l" rtl="0">
              <a:spcBef>
                <a:spcPts val="400"/>
              </a:spcBef>
              <a:spcAft>
                <a:spcPts val="0"/>
              </a:spcAft>
              <a:buClr>
                <a:schemeClr val="accent1"/>
              </a:buClr>
              <a:buSzPct val="68000"/>
              <a:buFont typeface="Rambla"/>
              <a:buChar char=""/>
            </a:pPr>
            <a:r>
              <a:rPr lang="en-US" sz="2700" b="0" i="0" u="none" strike="noStrike" cap="none" baseline="0">
                <a:solidFill>
                  <a:schemeClr val="dk1"/>
                </a:solidFill>
                <a:latin typeface="Rambla"/>
                <a:ea typeface="Rambla"/>
                <a:cs typeface="Rambla"/>
                <a:sym typeface="Rambla"/>
              </a:rPr>
              <a:t>O CSS é uma sequência de declarações de propriedade e seus valores para alteração/manipulação do conteúdo de uma página web.</a:t>
            </a:r>
          </a:p>
        </p:txBody>
      </p:sp>
      <p:sp>
        <p:nvSpPr>
          <p:cNvPr id="121" name="Shape 121"/>
          <p:cNvSpPr txBox="1">
            <a:spLocks noGrp="1"/>
          </p:cNvSpPr>
          <p:nvPr>
            <p:ph type="title"/>
          </p:nvPr>
        </p:nvSpPr>
        <p:spPr>
          <a:xfrm>
            <a:off x="457200" y="274637"/>
            <a:ext cx="8229600" cy="1143000"/>
          </a:xfrm>
          <a:prstGeom prst="rect">
            <a:avLst/>
          </a:prstGeom>
          <a:noFill/>
          <a:ln>
            <a:noFill/>
          </a:ln>
        </p:spPr>
        <p:txBody>
          <a:bodyPr lIns="91425" tIns="45700" rIns="91425" bIns="45700" anchor="ctr" anchorCtr="0">
            <a:noAutofit/>
          </a:bodyPr>
          <a:lstStyle/>
          <a:p>
            <a:pPr marL="0" marR="0" lvl="0" indent="0" algn="l" rtl="0">
              <a:spcBef>
                <a:spcPts val="0"/>
              </a:spcBef>
              <a:buClr>
                <a:schemeClr val="dk2"/>
              </a:buClr>
              <a:buSzPct val="25000"/>
              <a:buFont typeface="Rambla"/>
              <a:buNone/>
            </a:pPr>
            <a:r>
              <a:rPr lang="en-US" sz="4100" b="1" i="0" u="none" strike="noStrike" cap="none" baseline="0">
                <a:solidFill>
                  <a:schemeClr val="dk2"/>
                </a:solidFill>
                <a:latin typeface="Rambla"/>
                <a:ea typeface="Rambla"/>
                <a:cs typeface="Rambla"/>
                <a:sym typeface="Rambla"/>
              </a:rPr>
              <a:t>CSS</a:t>
            </a:r>
          </a:p>
        </p:txBody>
      </p:sp>
    </p:spTree>
  </p:cSld>
  <p:clrMapOvr>
    <a:masterClrMapping/>
  </p:clrMapOvr>
  <p:transition spd="slow">
    <p:cut/>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Texto 1"/>
          <p:cNvSpPr>
            <a:spLocks noGrp="1"/>
          </p:cNvSpPr>
          <p:nvPr>
            <p:ph type="body" idx="1"/>
          </p:nvPr>
        </p:nvSpPr>
        <p:spPr/>
        <p:txBody>
          <a:bodyPr>
            <a:normAutofit fontScale="85000" lnSpcReduction="10000"/>
          </a:bodyPr>
          <a:lstStyle/>
          <a:p>
            <a:pPr>
              <a:buFont typeface="Arial" panose="020B0604020202020204" pitchFamily="34" charset="0"/>
              <a:buChar char="•"/>
            </a:pPr>
            <a:r>
              <a:rPr lang="pt-BR" b="1" dirty="0"/>
              <a:t>Semântica</a:t>
            </a:r>
            <a:r>
              <a:rPr lang="pt-BR" dirty="0"/>
              <a:t> (do grego </a:t>
            </a:r>
            <a:r>
              <a:rPr lang="pt-BR" i="1" dirty="0" err="1"/>
              <a:t>σημ</a:t>
            </a:r>
            <a:r>
              <a:rPr lang="pt-BR" i="1" dirty="0"/>
              <a:t>αντικός</a:t>
            </a:r>
            <a:r>
              <a:rPr lang="pt-BR" dirty="0"/>
              <a:t>, </a:t>
            </a:r>
            <a:r>
              <a:rPr lang="pt-BR" i="1" dirty="0"/>
              <a:t>sēmantiká</a:t>
            </a:r>
            <a:r>
              <a:rPr lang="pt-BR" dirty="0"/>
              <a:t>, plural neutro de </a:t>
            </a:r>
            <a:r>
              <a:rPr lang="pt-BR" i="1" dirty="0"/>
              <a:t>sēmantikós</a:t>
            </a:r>
            <a:r>
              <a:rPr lang="pt-BR" dirty="0"/>
              <a:t>, derivado de </a:t>
            </a:r>
            <a:r>
              <a:rPr lang="pt-BR" i="1" dirty="0"/>
              <a:t>sema</a:t>
            </a:r>
            <a:r>
              <a:rPr lang="pt-BR" dirty="0"/>
              <a:t>, sinal), é o estudo do significado. Incide sobre a relação entre significantes, tais como palavras, frases, sinais e símbolos, e o que eles representam, a </a:t>
            </a:r>
            <a:r>
              <a:rPr lang="pt-BR" dirty="0" smtClean="0"/>
              <a:t>sua denotação.</a:t>
            </a:r>
          </a:p>
          <a:p>
            <a:pPr>
              <a:buFont typeface="Arial" panose="020B0604020202020204" pitchFamily="34" charset="0"/>
              <a:buChar char="•"/>
            </a:pPr>
            <a:r>
              <a:rPr lang="pt-BR" dirty="0" smtClean="0"/>
              <a:t>A </a:t>
            </a:r>
            <a:r>
              <a:rPr lang="pt-BR" dirty="0"/>
              <a:t>semântica linguística estuda o significado usado por seres humanos para se expressar através da linguagem. Outras formas de semântica incluem a semântica nas linguagens de programação, lógica formal, e semiótica</a:t>
            </a:r>
            <a:r>
              <a:rPr lang="pt-BR" dirty="0" smtClean="0"/>
              <a:t>.</a:t>
            </a:r>
          </a:p>
          <a:p>
            <a:pPr>
              <a:buFont typeface="Arial" panose="020B0604020202020204" pitchFamily="34" charset="0"/>
              <a:buChar char="•"/>
            </a:pPr>
            <a:endParaRPr lang="pt-BR" dirty="0"/>
          </a:p>
          <a:p>
            <a:pPr>
              <a:buFont typeface="Arial" panose="020B0604020202020204" pitchFamily="34" charset="0"/>
              <a:buChar char="•"/>
            </a:pPr>
            <a:r>
              <a:rPr lang="pt-BR" dirty="0"/>
              <a:t>Fonte: </a:t>
            </a:r>
            <a:r>
              <a:rPr lang="pt-BR" dirty="0" err="1"/>
              <a:t>Wikipedia</a:t>
            </a:r>
            <a:endParaRPr lang="pt-BR" dirty="0"/>
          </a:p>
          <a:p>
            <a:pPr marL="218187" indent="0">
              <a:buNone/>
            </a:pPr>
            <a:r>
              <a:rPr lang="pt-BR" dirty="0">
                <a:hlinkClick r:id="rId2"/>
              </a:rPr>
              <a:t>http://pt.wikipedia.org/wiki/Sem%C3%A2ntica</a:t>
            </a:r>
            <a:endParaRPr lang="pt-BR" dirty="0"/>
          </a:p>
          <a:p>
            <a:pPr>
              <a:buFont typeface="Arial" panose="020B0604020202020204" pitchFamily="34" charset="0"/>
              <a:buChar char="•"/>
            </a:pPr>
            <a:endParaRPr lang="pt-BR" dirty="0" smtClean="0"/>
          </a:p>
          <a:p>
            <a:pPr>
              <a:buFont typeface="Arial" panose="020B0604020202020204" pitchFamily="34" charset="0"/>
              <a:buChar char="•"/>
            </a:pPr>
            <a:endParaRPr lang="pt-BR" dirty="0" smtClean="0"/>
          </a:p>
        </p:txBody>
      </p:sp>
      <p:sp>
        <p:nvSpPr>
          <p:cNvPr id="3" name="Título 2"/>
          <p:cNvSpPr>
            <a:spLocks noGrp="1"/>
          </p:cNvSpPr>
          <p:nvPr>
            <p:ph type="title"/>
          </p:nvPr>
        </p:nvSpPr>
        <p:spPr/>
        <p:txBody>
          <a:bodyPr/>
          <a:lstStyle/>
          <a:p>
            <a:r>
              <a:rPr lang="pt-BR" dirty="0" smtClean="0"/>
              <a:t>Semântica e Web semântica</a:t>
            </a:r>
            <a:endParaRPr lang="pt-BR" dirty="0"/>
          </a:p>
        </p:txBody>
      </p:sp>
    </p:spTree>
    <p:extLst>
      <p:ext uri="{BB962C8B-B14F-4D97-AF65-F5344CB8AC3E}">
        <p14:creationId xmlns:p14="http://schemas.microsoft.com/office/powerpoint/2010/main" val="36856396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Texto 1"/>
          <p:cNvSpPr>
            <a:spLocks noGrp="1"/>
          </p:cNvSpPr>
          <p:nvPr>
            <p:ph type="body" idx="1"/>
          </p:nvPr>
        </p:nvSpPr>
        <p:spPr/>
        <p:txBody>
          <a:bodyPr>
            <a:normAutofit fontScale="77500" lnSpcReduction="20000"/>
          </a:bodyPr>
          <a:lstStyle/>
          <a:p>
            <a:pPr>
              <a:buFont typeface="Arial" panose="020B0604020202020204" pitchFamily="34" charset="0"/>
              <a:buChar char="•"/>
            </a:pPr>
            <a:r>
              <a:rPr lang="pt-BR" b="1" dirty="0" smtClean="0"/>
              <a:t>Web </a:t>
            </a:r>
            <a:r>
              <a:rPr lang="pt-BR" b="1" dirty="0"/>
              <a:t>semântica</a:t>
            </a:r>
            <a:r>
              <a:rPr lang="pt-BR" dirty="0"/>
              <a:t> é uma extensão da Web atual, que permitirá aos computadores e humanos trabalharem em cooperação</a:t>
            </a:r>
            <a:r>
              <a:rPr lang="pt-BR" dirty="0" smtClean="0"/>
              <a:t>.</a:t>
            </a:r>
            <a:r>
              <a:rPr lang="pt-BR" dirty="0"/>
              <a:t> A Web semântica interliga significados de palavras e, neste âmbito, tem como finalidade conseguir atribuir um significado (sentido) aos conteúdos publicados na Internet de modo que seja perceptível tanto pelo humano como pelo computador</a:t>
            </a:r>
            <a:r>
              <a:rPr lang="pt-BR" dirty="0" smtClean="0"/>
              <a:t>.</a:t>
            </a:r>
          </a:p>
          <a:p>
            <a:pPr>
              <a:buFont typeface="Arial" panose="020B0604020202020204" pitchFamily="34" charset="0"/>
              <a:buChar char="•"/>
            </a:pPr>
            <a:r>
              <a:rPr lang="pt-BR" dirty="0"/>
              <a:t>A ideia da Web Semântica surgiu em 2001, quando Tim Berners-Lee, James </a:t>
            </a:r>
            <a:r>
              <a:rPr lang="pt-BR" dirty="0" err="1"/>
              <a:t>Hendler</a:t>
            </a:r>
            <a:r>
              <a:rPr lang="pt-BR" dirty="0"/>
              <a:t> e Ora </a:t>
            </a:r>
            <a:r>
              <a:rPr lang="pt-BR" dirty="0" err="1"/>
              <a:t>Lassila</a:t>
            </a:r>
            <a:r>
              <a:rPr lang="pt-BR" dirty="0"/>
              <a:t> publicaram um artigo na revista </a:t>
            </a:r>
            <a:r>
              <a:rPr lang="pt-BR" dirty="0" err="1"/>
              <a:t>Scientific</a:t>
            </a:r>
            <a:r>
              <a:rPr lang="pt-BR" dirty="0"/>
              <a:t> American, intitulado: “Web Semântica: um novo formato de conteúdo para a Web que tem significado para computadores vai iniciar uma revolução de novas possibilidades.”</a:t>
            </a:r>
          </a:p>
          <a:p>
            <a:pPr>
              <a:buFont typeface="Arial" panose="020B0604020202020204" pitchFamily="34" charset="0"/>
              <a:buChar char="•"/>
            </a:pPr>
            <a:endParaRPr lang="pt-BR" dirty="0"/>
          </a:p>
          <a:p>
            <a:pPr>
              <a:buFont typeface="Arial" panose="020B0604020202020204" pitchFamily="34" charset="0"/>
              <a:buChar char="•"/>
            </a:pPr>
            <a:r>
              <a:rPr lang="pt-BR" dirty="0"/>
              <a:t>Fonte: </a:t>
            </a:r>
            <a:r>
              <a:rPr lang="pt-BR" dirty="0" err="1"/>
              <a:t>Wikipedia</a:t>
            </a:r>
            <a:endParaRPr lang="pt-BR" dirty="0"/>
          </a:p>
          <a:p>
            <a:pPr marL="218187" indent="0">
              <a:buNone/>
            </a:pPr>
            <a:r>
              <a:rPr lang="pt-BR" dirty="0" smtClean="0">
                <a:hlinkClick r:id="rId2"/>
              </a:rPr>
              <a:t>http</a:t>
            </a:r>
            <a:r>
              <a:rPr lang="pt-BR" dirty="0">
                <a:hlinkClick r:id="rId2"/>
              </a:rPr>
              <a:t>://pt.wikipedia.org/wiki/Web_sem%C3%A2ntica</a:t>
            </a:r>
            <a:endParaRPr lang="pt-BR" dirty="0"/>
          </a:p>
        </p:txBody>
      </p:sp>
      <p:sp>
        <p:nvSpPr>
          <p:cNvPr id="3" name="Título 2"/>
          <p:cNvSpPr>
            <a:spLocks noGrp="1"/>
          </p:cNvSpPr>
          <p:nvPr>
            <p:ph type="title"/>
          </p:nvPr>
        </p:nvSpPr>
        <p:spPr/>
        <p:txBody>
          <a:bodyPr/>
          <a:lstStyle/>
          <a:p>
            <a:r>
              <a:rPr lang="pt-BR" dirty="0" smtClean="0"/>
              <a:t>Semântica e Web semântica</a:t>
            </a:r>
            <a:endParaRPr lang="pt-BR" dirty="0"/>
          </a:p>
        </p:txBody>
      </p:sp>
    </p:spTree>
    <p:extLst>
      <p:ext uri="{BB962C8B-B14F-4D97-AF65-F5344CB8AC3E}">
        <p14:creationId xmlns:p14="http://schemas.microsoft.com/office/powerpoint/2010/main" val="36856396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Texto 1"/>
          <p:cNvSpPr>
            <a:spLocks noGrp="1"/>
          </p:cNvSpPr>
          <p:nvPr>
            <p:ph type="body" idx="1"/>
          </p:nvPr>
        </p:nvSpPr>
        <p:spPr>
          <a:xfrm>
            <a:off x="395536" y="1631247"/>
            <a:ext cx="4114800" cy="4526100"/>
          </a:xfrm>
        </p:spPr>
        <p:txBody>
          <a:bodyPr/>
          <a:lstStyle/>
          <a:p>
            <a:pPr marL="218187" indent="0">
              <a:buNone/>
            </a:pPr>
            <a:r>
              <a:rPr lang="en-US" sz="1600" dirty="0" smtClean="0"/>
              <a:t>HTML 4</a:t>
            </a:r>
          </a:p>
          <a:p>
            <a:pPr marL="218187" indent="0">
              <a:buNone/>
            </a:pPr>
            <a:endParaRPr lang="en-US" sz="1600" dirty="0"/>
          </a:p>
          <a:p>
            <a:pPr marL="218187" indent="0">
              <a:buNone/>
            </a:pPr>
            <a:r>
              <a:rPr lang="en-US" sz="1600" dirty="0" smtClean="0"/>
              <a:t>&lt;body&gt;</a:t>
            </a:r>
          </a:p>
          <a:p>
            <a:pPr marL="218187" indent="0">
              <a:buNone/>
            </a:pPr>
            <a:r>
              <a:rPr lang="en-US" sz="1600" dirty="0" smtClean="0"/>
              <a:t>&lt;div id="header"&gt;...&lt;/div&gt;</a:t>
            </a:r>
          </a:p>
          <a:p>
            <a:pPr marL="218187" indent="0">
              <a:buNone/>
            </a:pPr>
            <a:r>
              <a:rPr lang="en-US" sz="1600" dirty="0" smtClean="0"/>
              <a:t>&lt;div id="menu"&gt;...&lt;/div&gt;</a:t>
            </a:r>
          </a:p>
          <a:p>
            <a:pPr marL="218187" indent="0">
              <a:buNone/>
            </a:pPr>
            <a:r>
              <a:rPr lang="en-US" sz="1600" dirty="0" smtClean="0"/>
              <a:t>&lt;div class="post"&gt;...&lt;/div&gt;</a:t>
            </a:r>
          </a:p>
          <a:p>
            <a:pPr marL="218187" indent="0">
              <a:buNone/>
            </a:pPr>
            <a:r>
              <a:rPr lang="en-US" sz="1600" dirty="0" smtClean="0"/>
              <a:t>&lt;div id="sidebar"&gt;...&lt;/div&gt;</a:t>
            </a:r>
          </a:p>
          <a:p>
            <a:pPr marL="218187" indent="0">
              <a:buNone/>
            </a:pPr>
            <a:r>
              <a:rPr lang="en-US" sz="1600" dirty="0" smtClean="0"/>
              <a:t>&lt;div id="</a:t>
            </a:r>
            <a:r>
              <a:rPr lang="en-US" sz="1600" dirty="0" err="1" smtClean="0"/>
              <a:t>rodape</a:t>
            </a:r>
            <a:r>
              <a:rPr lang="en-US" sz="1600" dirty="0" smtClean="0"/>
              <a:t>"&gt;...&lt;/div&gt;</a:t>
            </a:r>
          </a:p>
          <a:p>
            <a:pPr marL="218187" indent="0">
              <a:buNone/>
            </a:pPr>
            <a:r>
              <a:rPr lang="en-US" sz="1600" dirty="0" smtClean="0"/>
              <a:t>&lt;/body&gt;</a:t>
            </a:r>
          </a:p>
        </p:txBody>
      </p:sp>
      <p:sp>
        <p:nvSpPr>
          <p:cNvPr id="3" name="Título 2"/>
          <p:cNvSpPr>
            <a:spLocks noGrp="1"/>
          </p:cNvSpPr>
          <p:nvPr>
            <p:ph type="title"/>
          </p:nvPr>
        </p:nvSpPr>
        <p:spPr/>
        <p:txBody>
          <a:bodyPr/>
          <a:lstStyle/>
          <a:p>
            <a:r>
              <a:rPr lang="pt-BR" dirty="0" smtClean="0"/>
              <a:t>Padrões de </a:t>
            </a:r>
            <a:r>
              <a:rPr lang="pt-BR" dirty="0" err="1" smtClean="0"/>
              <a:t>tags</a:t>
            </a:r>
            <a:endParaRPr lang="pt-BR" dirty="0"/>
          </a:p>
        </p:txBody>
      </p:sp>
      <p:sp>
        <p:nvSpPr>
          <p:cNvPr id="6" name="Espaço Reservado para Texto 1"/>
          <p:cNvSpPr txBox="1">
            <a:spLocks/>
          </p:cNvSpPr>
          <p:nvPr/>
        </p:nvSpPr>
        <p:spPr>
          <a:xfrm>
            <a:off x="4729333" y="1633965"/>
            <a:ext cx="4114800" cy="4526100"/>
          </a:xfrm>
          <a:prstGeom prst="rect">
            <a:avLst/>
          </a:prstGeom>
          <a:noFill/>
          <a:ln>
            <a:noFill/>
          </a:ln>
        </p:spPr>
        <p:txBody>
          <a:bodyPr lIns="91425" tIns="91425" rIns="91425" bIns="91425" anchor="t" anchorCtr="0"/>
          <a:lstStyle>
            <a:defPPr marR="0" algn="l" rtl="0">
              <a:lnSpc>
                <a:spcPct val="100000"/>
              </a:lnSpc>
              <a:spcBef>
                <a:spcPts val="0"/>
              </a:spcBef>
              <a:spcAft>
                <a:spcPts val="0"/>
              </a:spcAft>
            </a:defPPr>
            <a:lvl1pPr marL="365760" marR="0" indent="-147573" algn="l" rtl="0">
              <a:lnSpc>
                <a:spcPct val="100000"/>
              </a:lnSpc>
              <a:spcBef>
                <a:spcPts val="400"/>
              </a:spcBef>
              <a:spcAft>
                <a:spcPts val="0"/>
              </a:spcAft>
              <a:buClr>
                <a:schemeClr val="accent1"/>
              </a:buClr>
              <a:buSzPct val="166666"/>
              <a:buFont typeface="Rambla"/>
              <a:buChar char=""/>
              <a:defRPr sz="2700" b="0" i="0" u="none" strike="noStrike" cap="none" baseline="0">
                <a:solidFill>
                  <a:schemeClr val="dk1"/>
                </a:solidFill>
                <a:latin typeface="Rambla"/>
                <a:ea typeface="Rambla"/>
                <a:cs typeface="Rambla"/>
                <a:sym typeface="Rambla"/>
                <a:rtl val="0"/>
              </a:defRPr>
            </a:lvl1pPr>
            <a:lvl2pPr marL="621792" marR="0" indent="-94741" algn="l" rtl="0">
              <a:lnSpc>
                <a:spcPct val="100000"/>
              </a:lnSpc>
              <a:spcBef>
                <a:spcPts val="324"/>
              </a:spcBef>
              <a:spcAft>
                <a:spcPts val="0"/>
              </a:spcAft>
              <a:buClr>
                <a:schemeClr val="accent1"/>
              </a:buClr>
              <a:buSzPct val="100000"/>
              <a:buFont typeface="Rambla"/>
              <a:buChar char="◦"/>
              <a:defRPr sz="2300" b="0" i="0" u="none" strike="noStrike" cap="none" baseline="0">
                <a:solidFill>
                  <a:schemeClr val="dk1"/>
                </a:solidFill>
                <a:latin typeface="Rambla"/>
                <a:ea typeface="Rambla"/>
                <a:cs typeface="Rambla"/>
                <a:sym typeface="Rambla"/>
                <a:rtl val="0"/>
              </a:defRPr>
            </a:lvl2pPr>
            <a:lvl3pPr marL="859536" marR="0" indent="-103886" algn="l" rtl="0">
              <a:lnSpc>
                <a:spcPct val="100000"/>
              </a:lnSpc>
              <a:spcBef>
                <a:spcPts val="350"/>
              </a:spcBef>
              <a:spcAft>
                <a:spcPts val="0"/>
              </a:spcAft>
              <a:buClr>
                <a:schemeClr val="accent2"/>
              </a:buClr>
              <a:buSzPct val="100000"/>
              <a:buFont typeface="Rambla"/>
              <a:buChar char="⚫"/>
              <a:defRPr sz="2100" b="0" i="0" u="none" strike="noStrike" cap="none" baseline="0">
                <a:solidFill>
                  <a:schemeClr val="dk1"/>
                </a:solidFill>
                <a:latin typeface="Rambla"/>
                <a:ea typeface="Rambla"/>
                <a:cs typeface="Rambla"/>
                <a:sym typeface="Rambla"/>
                <a:rtl val="0"/>
              </a:defRPr>
            </a:lvl3pPr>
            <a:lvl4pPr marL="1143000" marR="0" indent="-107950" algn="l" rtl="0">
              <a:lnSpc>
                <a:spcPct val="100000"/>
              </a:lnSpc>
              <a:spcBef>
                <a:spcPts val="350"/>
              </a:spcBef>
              <a:spcAft>
                <a:spcPts val="0"/>
              </a:spcAft>
              <a:buClr>
                <a:schemeClr val="accent2"/>
              </a:buClr>
              <a:buSzPct val="166666"/>
              <a:buFont typeface="Rambla"/>
              <a:buChar char="⚫"/>
              <a:defRPr sz="1900" b="0" i="0" u="none" strike="noStrike" cap="none" baseline="0">
                <a:solidFill>
                  <a:schemeClr val="dk1"/>
                </a:solidFill>
                <a:latin typeface="Rambla"/>
                <a:ea typeface="Rambla"/>
                <a:cs typeface="Rambla"/>
                <a:sym typeface="Rambla"/>
                <a:rtl val="0"/>
              </a:defRPr>
            </a:lvl4pPr>
            <a:lvl5pPr marL="1371600" marR="0" indent="-114300" algn="l" rtl="0">
              <a:lnSpc>
                <a:spcPct val="100000"/>
              </a:lnSpc>
              <a:spcBef>
                <a:spcPts val="350"/>
              </a:spcBef>
              <a:spcAft>
                <a:spcPts val="0"/>
              </a:spcAft>
              <a:buClr>
                <a:schemeClr val="accent2"/>
              </a:buClr>
              <a:buSzPct val="100000"/>
              <a:buFont typeface="Rambla"/>
              <a:buChar char="⚫"/>
              <a:defRPr sz="1800" b="0" i="0" u="none" strike="noStrike" cap="none" baseline="0">
                <a:solidFill>
                  <a:schemeClr val="dk1"/>
                </a:solidFill>
                <a:latin typeface="Rambla"/>
                <a:ea typeface="Rambla"/>
                <a:cs typeface="Rambla"/>
                <a:sym typeface="Rambla"/>
                <a:rtl val="0"/>
              </a:defRPr>
            </a:lvl5pPr>
            <a:lvl6pPr marL="1600200" marR="0" indent="-114300" algn="l" rtl="0">
              <a:lnSpc>
                <a:spcPct val="100000"/>
              </a:lnSpc>
              <a:spcBef>
                <a:spcPts val="350"/>
              </a:spcBef>
              <a:spcAft>
                <a:spcPts val="0"/>
              </a:spcAft>
              <a:buClr>
                <a:schemeClr val="accent3"/>
              </a:buClr>
              <a:buSzPct val="100000"/>
              <a:buFont typeface="Rambla"/>
              <a:buChar char="◾"/>
              <a:defRPr sz="1800" b="0" i="0" u="none" strike="noStrike" cap="none" baseline="0">
                <a:solidFill>
                  <a:schemeClr val="dk1"/>
                </a:solidFill>
                <a:latin typeface="Rambla"/>
                <a:ea typeface="Rambla"/>
                <a:cs typeface="Rambla"/>
                <a:sym typeface="Rambla"/>
                <a:rtl val="0"/>
              </a:defRPr>
            </a:lvl6pPr>
            <a:lvl7pPr marL="1828800" marR="0" indent="-127000" algn="l" rtl="0">
              <a:lnSpc>
                <a:spcPct val="100000"/>
              </a:lnSpc>
              <a:spcBef>
                <a:spcPts val="350"/>
              </a:spcBef>
              <a:spcAft>
                <a:spcPts val="0"/>
              </a:spcAft>
              <a:buClr>
                <a:schemeClr val="accent3"/>
              </a:buClr>
              <a:buSzPct val="166666"/>
              <a:buFont typeface="Rambla"/>
              <a:buChar char="◾"/>
              <a:defRPr sz="1600" b="0" i="0" u="none" strike="noStrike" cap="none" baseline="0">
                <a:solidFill>
                  <a:schemeClr val="dk1"/>
                </a:solidFill>
                <a:latin typeface="Rambla"/>
                <a:ea typeface="Rambla"/>
                <a:cs typeface="Rambla"/>
                <a:sym typeface="Rambla"/>
                <a:rtl val="0"/>
              </a:defRPr>
            </a:lvl7pPr>
            <a:lvl8pPr marL="2057400" marR="0" indent="-127000" algn="l" rtl="0">
              <a:lnSpc>
                <a:spcPct val="100000"/>
              </a:lnSpc>
              <a:spcBef>
                <a:spcPts val="350"/>
              </a:spcBef>
              <a:spcAft>
                <a:spcPts val="0"/>
              </a:spcAft>
              <a:buClr>
                <a:schemeClr val="accent3"/>
              </a:buClr>
              <a:buSzPct val="100000"/>
              <a:buFont typeface="Rambla"/>
              <a:buChar char="◾"/>
              <a:defRPr sz="1600" b="0" i="0" u="none" strike="noStrike" cap="none" baseline="0">
                <a:solidFill>
                  <a:schemeClr val="dk1"/>
                </a:solidFill>
                <a:latin typeface="Rambla"/>
                <a:ea typeface="Rambla"/>
                <a:cs typeface="Rambla"/>
                <a:sym typeface="Rambla"/>
                <a:rtl val="0"/>
              </a:defRPr>
            </a:lvl8pPr>
            <a:lvl9pPr marL="2286000" marR="0" indent="-127000" algn="l" rtl="0">
              <a:lnSpc>
                <a:spcPct val="100000"/>
              </a:lnSpc>
              <a:spcBef>
                <a:spcPts val="350"/>
              </a:spcBef>
              <a:spcAft>
                <a:spcPts val="0"/>
              </a:spcAft>
              <a:buClr>
                <a:schemeClr val="accent3"/>
              </a:buClr>
              <a:buSzPct val="100000"/>
              <a:buFont typeface="Rambla"/>
              <a:buChar char="◾"/>
              <a:defRPr sz="1600" b="0" i="0" u="none" strike="noStrike" cap="none" baseline="0">
                <a:solidFill>
                  <a:schemeClr val="dk1"/>
                </a:solidFill>
                <a:latin typeface="Rambla"/>
                <a:ea typeface="Rambla"/>
                <a:cs typeface="Rambla"/>
                <a:sym typeface="Rambla"/>
                <a:rtl val="0"/>
              </a:defRPr>
            </a:lvl9pPr>
          </a:lstStyle>
          <a:p>
            <a:pPr marL="218187" indent="0">
              <a:buFont typeface="Rambla"/>
              <a:buNone/>
            </a:pPr>
            <a:r>
              <a:rPr lang="en-US" sz="1600" dirty="0" smtClean="0"/>
              <a:t>HTML 5</a:t>
            </a:r>
          </a:p>
          <a:p>
            <a:pPr marL="218187" indent="0">
              <a:buFont typeface="Rambla"/>
              <a:buNone/>
            </a:pPr>
            <a:endParaRPr lang="en-US" sz="1600" dirty="0"/>
          </a:p>
          <a:p>
            <a:pPr marL="218187" indent="0">
              <a:buFont typeface="Rambla"/>
              <a:buNone/>
            </a:pPr>
            <a:r>
              <a:rPr lang="en-US" sz="1600" dirty="0" smtClean="0"/>
              <a:t>&lt;body&gt;</a:t>
            </a:r>
          </a:p>
          <a:p>
            <a:pPr marL="218187" indent="0">
              <a:buFont typeface="Rambla"/>
              <a:buNone/>
            </a:pPr>
            <a:r>
              <a:rPr lang="en-US" sz="1600" dirty="0" smtClean="0"/>
              <a:t>&lt;header&gt;...&lt;/header&gt;</a:t>
            </a:r>
          </a:p>
          <a:p>
            <a:pPr marL="218187" indent="0">
              <a:buFont typeface="Rambla"/>
              <a:buNone/>
            </a:pPr>
            <a:r>
              <a:rPr lang="en-US" sz="1600" dirty="0" smtClean="0"/>
              <a:t>&lt;</a:t>
            </a:r>
            <a:r>
              <a:rPr lang="en-US" sz="1600" dirty="0" err="1" smtClean="0"/>
              <a:t>nav</a:t>
            </a:r>
            <a:r>
              <a:rPr lang="en-US" sz="1600" dirty="0" smtClean="0"/>
              <a:t>&gt;...&lt;/</a:t>
            </a:r>
            <a:r>
              <a:rPr lang="en-US" sz="1600" dirty="0" err="1" smtClean="0"/>
              <a:t>nav</a:t>
            </a:r>
            <a:r>
              <a:rPr lang="en-US" sz="1600" dirty="0" smtClean="0"/>
              <a:t>&gt;</a:t>
            </a:r>
          </a:p>
          <a:p>
            <a:pPr marL="218187" indent="0">
              <a:buFont typeface="Rambla"/>
              <a:buNone/>
            </a:pPr>
            <a:r>
              <a:rPr lang="en-US" sz="1600" dirty="0" smtClean="0"/>
              <a:t>&lt;section&gt;</a:t>
            </a:r>
          </a:p>
          <a:p>
            <a:pPr marL="218187" indent="0">
              <a:buFont typeface="Rambla"/>
              <a:buNone/>
            </a:pPr>
            <a:r>
              <a:rPr lang="en-US" sz="1600" dirty="0" smtClean="0"/>
              <a:t>&lt;article&gt;</a:t>
            </a:r>
          </a:p>
          <a:p>
            <a:pPr marL="218187" indent="0">
              <a:buFont typeface="Rambla"/>
              <a:buNone/>
            </a:pPr>
            <a:r>
              <a:rPr lang="en-US" sz="1600" dirty="0" smtClean="0"/>
              <a:t>...</a:t>
            </a:r>
          </a:p>
          <a:p>
            <a:pPr marL="218187" indent="0">
              <a:buFont typeface="Rambla"/>
              <a:buNone/>
            </a:pPr>
            <a:r>
              <a:rPr lang="en-US" sz="1600" dirty="0" smtClean="0"/>
              <a:t>&lt;/article&gt;</a:t>
            </a:r>
          </a:p>
          <a:p>
            <a:pPr marL="218187" indent="0">
              <a:buFont typeface="Rambla"/>
              <a:buNone/>
            </a:pPr>
            <a:r>
              <a:rPr lang="en-US" sz="1600" dirty="0" smtClean="0"/>
              <a:t>&lt;/section&gt;</a:t>
            </a:r>
          </a:p>
          <a:p>
            <a:pPr marL="218187" indent="0">
              <a:buFont typeface="Rambla"/>
              <a:buNone/>
            </a:pPr>
            <a:r>
              <a:rPr lang="en-US" sz="1600" dirty="0" smtClean="0"/>
              <a:t>&lt;aside&gt;...&lt;/aside&gt;</a:t>
            </a:r>
          </a:p>
          <a:p>
            <a:pPr marL="218187" indent="0">
              <a:buFont typeface="Rambla"/>
              <a:buNone/>
            </a:pPr>
            <a:r>
              <a:rPr lang="en-US" sz="1600" dirty="0" smtClean="0"/>
              <a:t>&lt;footer&gt;...&lt;/footer&gt;</a:t>
            </a:r>
          </a:p>
          <a:p>
            <a:pPr marL="218187" indent="0">
              <a:buFont typeface="Rambla"/>
              <a:buNone/>
            </a:pPr>
            <a:r>
              <a:rPr lang="en-US" sz="1600" dirty="0" smtClean="0"/>
              <a:t>&lt;/body&gt;</a:t>
            </a:r>
          </a:p>
        </p:txBody>
      </p:sp>
    </p:spTree>
    <p:extLst>
      <p:ext uri="{BB962C8B-B14F-4D97-AF65-F5344CB8AC3E}">
        <p14:creationId xmlns:p14="http://schemas.microsoft.com/office/powerpoint/2010/main" val="30338141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err="1" smtClean="0"/>
              <a:t>Video</a:t>
            </a:r>
            <a:endParaRPr lang="pt-BR" dirty="0"/>
          </a:p>
        </p:txBody>
      </p:sp>
      <p:sp>
        <p:nvSpPr>
          <p:cNvPr id="3" name="Espaço Reservado para Texto 2"/>
          <p:cNvSpPr>
            <a:spLocks noGrp="1"/>
          </p:cNvSpPr>
          <p:nvPr>
            <p:ph type="body" idx="1"/>
          </p:nvPr>
        </p:nvSpPr>
        <p:spPr/>
        <p:txBody>
          <a:bodyPr/>
          <a:lstStyle/>
          <a:p>
            <a:r>
              <a:rPr lang="pt-BR" dirty="0" smtClean="0"/>
              <a:t>Web 2.0: A máquina somos nós</a:t>
            </a:r>
          </a:p>
          <a:p>
            <a:endParaRPr lang="pt-BR" dirty="0"/>
          </a:p>
          <a:p>
            <a:r>
              <a:rPr lang="pt-BR" dirty="0" err="1" smtClean="0"/>
              <a:t>Information</a:t>
            </a:r>
            <a:r>
              <a:rPr lang="pt-BR" dirty="0" smtClean="0"/>
              <a:t> </a:t>
            </a:r>
            <a:r>
              <a:rPr lang="pt-BR" dirty="0" err="1" smtClean="0"/>
              <a:t>Revolution</a:t>
            </a:r>
            <a:endParaRPr lang="pt-BR" dirty="0"/>
          </a:p>
        </p:txBody>
      </p:sp>
    </p:spTree>
    <p:extLst>
      <p:ext uri="{BB962C8B-B14F-4D97-AF65-F5344CB8AC3E}">
        <p14:creationId xmlns:p14="http://schemas.microsoft.com/office/powerpoint/2010/main" val="20326995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Shape 126"/>
          <p:cNvSpPr txBox="1">
            <a:spLocks noGrp="1"/>
          </p:cNvSpPr>
          <p:nvPr>
            <p:ph type="body" idx="1"/>
          </p:nvPr>
        </p:nvSpPr>
        <p:spPr>
          <a:xfrm>
            <a:off x="457200" y="1481328"/>
            <a:ext cx="8229600" cy="4525963"/>
          </a:xfrm>
          <a:prstGeom prst="rect">
            <a:avLst/>
          </a:prstGeom>
          <a:noFill/>
          <a:ln>
            <a:noFill/>
          </a:ln>
        </p:spPr>
        <p:txBody>
          <a:bodyPr lIns="91425" tIns="45700" rIns="91425" bIns="45700" anchor="t" anchorCtr="0">
            <a:normAutofit fontScale="92500" lnSpcReduction="20000"/>
          </a:bodyPr>
          <a:lstStyle/>
          <a:p>
            <a:pPr marL="365760" marR="0" lvl="0" indent="-264160" algn="l" rtl="0">
              <a:spcBef>
                <a:spcPts val="400"/>
              </a:spcBef>
              <a:spcAft>
                <a:spcPts val="0"/>
              </a:spcAft>
              <a:buClr>
                <a:schemeClr val="accent1"/>
              </a:buClr>
              <a:buSzPct val="73440"/>
              <a:buFont typeface="Rambla"/>
              <a:buChar char=""/>
            </a:pPr>
            <a:r>
              <a:rPr lang="en-US" sz="2500" b="0" i="0" u="none" strike="noStrike" cap="none" baseline="0" dirty="0">
                <a:solidFill>
                  <a:schemeClr val="dk1"/>
                </a:solidFill>
                <a:latin typeface="Rambla"/>
                <a:ea typeface="Rambla"/>
                <a:cs typeface="Rambla"/>
                <a:sym typeface="Rambla"/>
              </a:rPr>
              <a:t>Um </a:t>
            </a:r>
            <a:r>
              <a:rPr lang="en-US" sz="2500" b="0" i="0" u="none" strike="noStrike" cap="none" baseline="0" dirty="0" err="1">
                <a:solidFill>
                  <a:schemeClr val="dk1"/>
                </a:solidFill>
                <a:latin typeface="Rambla"/>
                <a:ea typeface="Rambla"/>
                <a:cs typeface="Rambla"/>
                <a:sym typeface="Rambla"/>
              </a:rPr>
              <a:t>grupo</a:t>
            </a:r>
            <a:r>
              <a:rPr lang="en-US" sz="2500" b="0" i="0" u="none" strike="noStrike" cap="none" baseline="0" dirty="0">
                <a:solidFill>
                  <a:schemeClr val="dk1"/>
                </a:solidFill>
                <a:latin typeface="Rambla"/>
                <a:ea typeface="Rambla"/>
                <a:cs typeface="Rambla"/>
                <a:sym typeface="Rambla"/>
              </a:rPr>
              <a:t> de </a:t>
            </a:r>
            <a:r>
              <a:rPr lang="en-US" sz="2500" b="0" i="0" u="none" strike="noStrike" cap="none" baseline="0" dirty="0" err="1">
                <a:solidFill>
                  <a:schemeClr val="dk1"/>
                </a:solidFill>
                <a:latin typeface="Rambla"/>
                <a:ea typeface="Rambla"/>
                <a:cs typeface="Rambla"/>
                <a:sym typeface="Rambla"/>
              </a:rPr>
              <a:t>empresas</a:t>
            </a:r>
            <a:r>
              <a:rPr lang="en-US" sz="2500" b="0" i="0" u="none" strike="noStrike" cap="none" baseline="0" dirty="0">
                <a:solidFill>
                  <a:schemeClr val="dk1"/>
                </a:solidFill>
                <a:latin typeface="Rambla"/>
                <a:ea typeface="Rambla"/>
                <a:cs typeface="Rambla"/>
                <a:sym typeface="Rambla"/>
              </a:rPr>
              <a:t> </a:t>
            </a:r>
            <a:r>
              <a:rPr lang="en-US" sz="2500" b="0" i="0" u="none" strike="noStrike" cap="none" baseline="0" dirty="0" err="1">
                <a:solidFill>
                  <a:schemeClr val="dk1"/>
                </a:solidFill>
                <a:latin typeface="Rambla"/>
                <a:ea typeface="Rambla"/>
                <a:cs typeface="Rambla"/>
                <a:sym typeface="Rambla"/>
              </a:rPr>
              <a:t>unidas</a:t>
            </a:r>
            <a:r>
              <a:rPr lang="en-US" sz="2500" b="0" i="0" u="none" strike="noStrike" cap="none" baseline="0" dirty="0">
                <a:solidFill>
                  <a:schemeClr val="dk1"/>
                </a:solidFill>
                <a:latin typeface="Rambla"/>
                <a:ea typeface="Rambla"/>
                <a:cs typeface="Rambla"/>
                <a:sym typeface="Rambla"/>
              </a:rPr>
              <a:t> </a:t>
            </a:r>
            <a:r>
              <a:rPr lang="en-US" sz="2500" b="0" i="0" u="none" strike="noStrike" cap="none" baseline="0" dirty="0" err="1">
                <a:solidFill>
                  <a:schemeClr val="dk1"/>
                </a:solidFill>
                <a:latin typeface="Rambla"/>
                <a:ea typeface="Rambla"/>
                <a:cs typeface="Rambla"/>
                <a:sym typeface="Rambla"/>
              </a:rPr>
              <a:t>para</a:t>
            </a:r>
            <a:r>
              <a:rPr lang="en-US" sz="2500" b="0" i="0" u="none" strike="noStrike" cap="none" baseline="0" dirty="0">
                <a:solidFill>
                  <a:schemeClr val="dk1"/>
                </a:solidFill>
                <a:latin typeface="Rambla"/>
                <a:ea typeface="Rambla"/>
                <a:cs typeface="Rambla"/>
                <a:sym typeface="Rambla"/>
              </a:rPr>
              <a:t> </a:t>
            </a:r>
            <a:r>
              <a:rPr lang="en-US" sz="2500" b="0" i="0" u="none" strike="noStrike" cap="none" baseline="0" dirty="0" err="1">
                <a:solidFill>
                  <a:schemeClr val="dk1"/>
                </a:solidFill>
                <a:latin typeface="Rambla"/>
                <a:ea typeface="Rambla"/>
                <a:cs typeface="Rambla"/>
                <a:sym typeface="Rambla"/>
              </a:rPr>
              <a:t>criar</a:t>
            </a:r>
            <a:r>
              <a:rPr lang="en-US" sz="2500" b="0" i="0" u="none" strike="noStrike" cap="none" baseline="0" dirty="0">
                <a:solidFill>
                  <a:schemeClr val="dk1"/>
                </a:solidFill>
                <a:latin typeface="Rambla"/>
                <a:ea typeface="Rambla"/>
                <a:cs typeface="Rambla"/>
                <a:sym typeface="Rambla"/>
              </a:rPr>
              <a:t> e </a:t>
            </a:r>
            <a:r>
              <a:rPr lang="en-US" sz="2500" b="0" i="0" u="none" strike="noStrike" cap="none" baseline="0" dirty="0" err="1">
                <a:solidFill>
                  <a:schemeClr val="dk1"/>
                </a:solidFill>
                <a:latin typeface="Rambla"/>
                <a:ea typeface="Rambla"/>
                <a:cs typeface="Rambla"/>
                <a:sym typeface="Rambla"/>
              </a:rPr>
              <a:t>padronizar</a:t>
            </a:r>
            <a:r>
              <a:rPr lang="en-US" sz="2500" b="0" i="0" u="none" strike="noStrike" cap="none" baseline="0" dirty="0">
                <a:solidFill>
                  <a:schemeClr val="dk1"/>
                </a:solidFill>
                <a:latin typeface="Rambla"/>
                <a:ea typeface="Rambla"/>
                <a:cs typeface="Rambla"/>
                <a:sym typeface="Rambla"/>
              </a:rPr>
              <a:t> as </a:t>
            </a:r>
            <a:r>
              <a:rPr lang="en-US" sz="2500" b="0" i="0" u="none" strike="noStrike" cap="none" baseline="0" dirty="0" err="1">
                <a:solidFill>
                  <a:schemeClr val="dk1"/>
                </a:solidFill>
                <a:latin typeface="Rambla"/>
                <a:ea typeface="Rambla"/>
                <a:cs typeface="Rambla"/>
                <a:sym typeface="Rambla"/>
              </a:rPr>
              <a:t>tecnologias</a:t>
            </a:r>
            <a:r>
              <a:rPr lang="en-US" sz="2500" b="0" i="0" u="none" strike="noStrike" cap="none" baseline="0" dirty="0">
                <a:solidFill>
                  <a:schemeClr val="dk1"/>
                </a:solidFill>
                <a:latin typeface="Rambla"/>
                <a:ea typeface="Rambla"/>
                <a:cs typeface="Rambla"/>
                <a:sym typeface="Rambla"/>
              </a:rPr>
              <a:t> </a:t>
            </a:r>
            <a:r>
              <a:rPr lang="en-US" sz="2500" b="0" i="0" u="none" strike="noStrike" cap="none" baseline="0" dirty="0" err="1">
                <a:solidFill>
                  <a:schemeClr val="dk1"/>
                </a:solidFill>
                <a:latin typeface="Rambla"/>
                <a:ea typeface="Rambla"/>
                <a:cs typeface="Rambla"/>
                <a:sym typeface="Rambla"/>
              </a:rPr>
              <a:t>utilizadas</a:t>
            </a:r>
            <a:r>
              <a:rPr lang="en-US" sz="2500" b="0" i="0" u="none" strike="noStrike" cap="none" baseline="0" dirty="0">
                <a:solidFill>
                  <a:schemeClr val="dk1"/>
                </a:solidFill>
                <a:latin typeface="Rambla"/>
                <a:ea typeface="Rambla"/>
                <a:cs typeface="Rambla"/>
                <a:sym typeface="Rambla"/>
              </a:rPr>
              <a:t> </a:t>
            </a:r>
            <a:r>
              <a:rPr lang="en-US" sz="2500" b="0" i="0" u="none" strike="noStrike" cap="none" baseline="0" dirty="0" err="1">
                <a:solidFill>
                  <a:schemeClr val="dk1"/>
                </a:solidFill>
                <a:latin typeface="Rambla"/>
                <a:ea typeface="Rambla"/>
                <a:cs typeface="Rambla"/>
                <a:sym typeface="Rambla"/>
              </a:rPr>
              <a:t>na</a:t>
            </a:r>
            <a:r>
              <a:rPr lang="en-US" sz="2500" b="0" i="0" u="none" strike="noStrike" cap="none" baseline="0" dirty="0">
                <a:solidFill>
                  <a:schemeClr val="dk1"/>
                </a:solidFill>
                <a:latin typeface="Rambla"/>
                <a:ea typeface="Rambla"/>
                <a:cs typeface="Rambla"/>
                <a:sym typeface="Rambla"/>
              </a:rPr>
              <a:t> Web;</a:t>
            </a:r>
          </a:p>
          <a:p>
            <a:pPr marL="365760" marR="0" lvl="0" indent="-264160" algn="l" rtl="0">
              <a:spcBef>
                <a:spcPts val="400"/>
              </a:spcBef>
              <a:spcAft>
                <a:spcPts val="0"/>
              </a:spcAft>
              <a:buClr>
                <a:schemeClr val="accent1"/>
              </a:buClr>
              <a:buSzPct val="73440"/>
              <a:buFont typeface="Rambla"/>
              <a:buChar char=""/>
            </a:pPr>
            <a:r>
              <a:rPr lang="en-US" sz="2500" b="0" i="0" u="none" strike="noStrike" cap="none" baseline="0" dirty="0" err="1">
                <a:solidFill>
                  <a:schemeClr val="dk1"/>
                </a:solidFill>
                <a:latin typeface="Rambla"/>
                <a:ea typeface="Rambla"/>
                <a:cs typeface="Rambla"/>
                <a:sym typeface="Rambla"/>
              </a:rPr>
              <a:t>Criada</a:t>
            </a:r>
            <a:r>
              <a:rPr lang="en-US" sz="2500" b="0" i="0" u="none" strike="noStrike" cap="none" baseline="0" dirty="0">
                <a:solidFill>
                  <a:schemeClr val="dk1"/>
                </a:solidFill>
                <a:latin typeface="Rambla"/>
                <a:ea typeface="Rambla"/>
                <a:cs typeface="Rambla"/>
                <a:sym typeface="Rambla"/>
              </a:rPr>
              <a:t> </a:t>
            </a:r>
            <a:r>
              <a:rPr lang="en-US" sz="2500" b="0" i="0" u="none" strike="noStrike" cap="none" baseline="0" dirty="0" err="1">
                <a:solidFill>
                  <a:schemeClr val="dk1"/>
                </a:solidFill>
                <a:latin typeface="Rambla"/>
                <a:ea typeface="Rambla"/>
                <a:cs typeface="Rambla"/>
                <a:sym typeface="Rambla"/>
              </a:rPr>
              <a:t>em</a:t>
            </a:r>
            <a:r>
              <a:rPr lang="en-US" sz="2500" b="0" i="0" u="none" strike="noStrike" cap="none" baseline="0" dirty="0">
                <a:solidFill>
                  <a:schemeClr val="dk1"/>
                </a:solidFill>
                <a:latin typeface="Rambla"/>
                <a:ea typeface="Rambla"/>
                <a:cs typeface="Rambla"/>
                <a:sym typeface="Rambla"/>
              </a:rPr>
              <a:t> 1994 e um dos </a:t>
            </a:r>
            <a:r>
              <a:rPr lang="en-US" sz="2500" b="0" i="0" u="none" strike="noStrike" cap="none" baseline="0" dirty="0" err="1">
                <a:solidFill>
                  <a:schemeClr val="dk1"/>
                </a:solidFill>
                <a:latin typeface="Rambla"/>
                <a:ea typeface="Rambla"/>
                <a:cs typeface="Rambla"/>
                <a:sym typeface="Rambla"/>
              </a:rPr>
              <a:t>seus</a:t>
            </a:r>
            <a:r>
              <a:rPr lang="en-US" sz="2500" b="0" i="0" u="none" strike="noStrike" cap="none" baseline="0" dirty="0">
                <a:solidFill>
                  <a:schemeClr val="dk1"/>
                </a:solidFill>
                <a:latin typeface="Rambla"/>
                <a:ea typeface="Rambla"/>
                <a:cs typeface="Rambla"/>
                <a:sym typeface="Rambla"/>
              </a:rPr>
              <a:t> </a:t>
            </a:r>
            <a:r>
              <a:rPr lang="en-US" sz="2500" b="0" i="0" u="none" strike="noStrike" cap="none" baseline="0" dirty="0" err="1">
                <a:solidFill>
                  <a:schemeClr val="dk1"/>
                </a:solidFill>
                <a:latin typeface="Rambla"/>
                <a:ea typeface="Rambla"/>
                <a:cs typeface="Rambla"/>
                <a:sym typeface="Rambla"/>
              </a:rPr>
              <a:t>criadores</a:t>
            </a:r>
            <a:r>
              <a:rPr lang="en-US" sz="2500" b="0" i="0" u="none" strike="noStrike" cap="none" baseline="0" dirty="0">
                <a:solidFill>
                  <a:schemeClr val="dk1"/>
                </a:solidFill>
                <a:latin typeface="Rambla"/>
                <a:ea typeface="Rambla"/>
                <a:cs typeface="Rambla"/>
                <a:sym typeface="Rambla"/>
              </a:rPr>
              <a:t> é </a:t>
            </a:r>
            <a:r>
              <a:rPr lang="en-US" sz="2500" b="0" i="0" u="none" strike="noStrike" cap="none" baseline="0" dirty="0" err="1">
                <a:solidFill>
                  <a:schemeClr val="dk1"/>
                </a:solidFill>
                <a:latin typeface="Rambla"/>
                <a:ea typeface="Rambla"/>
                <a:cs typeface="Rambla"/>
                <a:sym typeface="Rambla"/>
              </a:rPr>
              <a:t>também</a:t>
            </a:r>
            <a:r>
              <a:rPr lang="en-US" sz="2500" b="0" i="0" u="none" strike="noStrike" cap="none" baseline="0" dirty="0">
                <a:solidFill>
                  <a:schemeClr val="dk1"/>
                </a:solidFill>
                <a:latin typeface="Rambla"/>
                <a:ea typeface="Rambla"/>
                <a:cs typeface="Rambla"/>
                <a:sym typeface="Rambla"/>
              </a:rPr>
              <a:t> o inventor da Web: </a:t>
            </a:r>
          </a:p>
          <a:p>
            <a:pPr marL="621792" marR="0" lvl="1" indent="-240791" algn="l" rtl="0">
              <a:spcBef>
                <a:spcPts val="324"/>
              </a:spcBef>
              <a:buClr>
                <a:schemeClr val="accent1"/>
              </a:buClr>
              <a:buSzPct val="104545"/>
              <a:buFont typeface="Rambla"/>
              <a:buChar char="◦"/>
            </a:pPr>
            <a:r>
              <a:rPr lang="en-US" sz="2150" b="0" i="0" u="none" strike="noStrike" cap="none" baseline="0" dirty="0">
                <a:solidFill>
                  <a:schemeClr val="dk1"/>
                </a:solidFill>
                <a:latin typeface="Rambla"/>
                <a:ea typeface="Rambla"/>
                <a:cs typeface="Rambla"/>
                <a:sym typeface="Rambla"/>
              </a:rPr>
              <a:t>Tim Berners-Lee.</a:t>
            </a:r>
          </a:p>
          <a:p>
            <a:pPr lvl="2" indent="-237236">
              <a:buSzPct val="104999"/>
            </a:pPr>
            <a:r>
              <a:rPr lang="en-US" sz="1950" b="0" i="0" u="sng" strike="noStrike" cap="none" baseline="0" dirty="0" err="1">
                <a:solidFill>
                  <a:schemeClr val="hlink"/>
                </a:solidFill>
                <a:latin typeface="Rambla"/>
                <a:ea typeface="Rambla"/>
                <a:cs typeface="Rambla"/>
                <a:sym typeface="Rambla"/>
                <a:hlinkClick r:id="rId3"/>
              </a:rPr>
              <a:t>Reportagem</a:t>
            </a:r>
            <a:r>
              <a:rPr lang="en-US" sz="1950" b="0" i="0" u="sng" strike="noStrike" cap="none" baseline="0" dirty="0">
                <a:solidFill>
                  <a:schemeClr val="hlink"/>
                </a:solidFill>
                <a:latin typeface="Rambla"/>
                <a:ea typeface="Rambla"/>
                <a:cs typeface="Rambla"/>
                <a:sym typeface="Rambla"/>
                <a:hlinkClick r:id="rId3"/>
              </a:rPr>
              <a:t> da </a:t>
            </a:r>
            <a:r>
              <a:rPr lang="en-US" sz="1950" b="0" i="0" u="sng" strike="noStrike" cap="none" baseline="0" dirty="0" err="1">
                <a:solidFill>
                  <a:schemeClr val="hlink"/>
                </a:solidFill>
                <a:latin typeface="Rambla"/>
                <a:ea typeface="Rambla"/>
                <a:cs typeface="Rambla"/>
                <a:sym typeface="Rambla"/>
                <a:hlinkClick r:id="rId3"/>
              </a:rPr>
              <a:t>Veja</a:t>
            </a:r>
            <a:r>
              <a:rPr lang="en-US" sz="1950" b="0" i="0" u="none" strike="noStrike" cap="none" baseline="0" dirty="0" smtClean="0">
                <a:solidFill>
                  <a:schemeClr val="dk1"/>
                </a:solidFill>
                <a:latin typeface="Rambla"/>
                <a:ea typeface="Rambla"/>
                <a:cs typeface="Rambla"/>
                <a:sym typeface="Rambla"/>
              </a:rPr>
              <a:t>. (</a:t>
            </a:r>
            <a:r>
              <a:rPr lang="pt-BR" sz="2000" dirty="0">
                <a:hlinkClick r:id="rId3"/>
              </a:rPr>
              <a:t>http://</a:t>
            </a:r>
            <a:r>
              <a:rPr lang="pt-BR" sz="2000" dirty="0" smtClean="0">
                <a:hlinkClick r:id="rId3"/>
              </a:rPr>
              <a:t>veja.abril.com.br/especiais/tecnologia_2006/p_040.html</a:t>
            </a:r>
            <a:r>
              <a:rPr lang="pt-BR" sz="2000" dirty="0" smtClean="0"/>
              <a:t>)</a:t>
            </a:r>
            <a:endParaRPr lang="en-US" sz="1950" b="0" i="0" u="none" strike="noStrike" cap="none" baseline="0" dirty="0">
              <a:solidFill>
                <a:schemeClr val="dk1"/>
              </a:solidFill>
              <a:latin typeface="Rambla"/>
              <a:ea typeface="Rambla"/>
              <a:cs typeface="Rambla"/>
              <a:sym typeface="Rambla"/>
            </a:endParaRPr>
          </a:p>
          <a:p>
            <a:pPr marL="365760" marR="0" lvl="0" indent="-264160" algn="l" rtl="0">
              <a:spcBef>
                <a:spcPts val="400"/>
              </a:spcBef>
              <a:spcAft>
                <a:spcPts val="0"/>
              </a:spcAft>
              <a:buClr>
                <a:schemeClr val="accent1"/>
              </a:buClr>
              <a:buSzPct val="73440"/>
              <a:buFont typeface="Rambla"/>
              <a:buChar char=""/>
            </a:pPr>
            <a:r>
              <a:rPr lang="en-US" sz="2500" b="0" i="0" u="none" strike="noStrike" cap="none" baseline="0" dirty="0" err="1">
                <a:solidFill>
                  <a:schemeClr val="dk1"/>
                </a:solidFill>
                <a:latin typeface="Rambla"/>
                <a:ea typeface="Rambla"/>
                <a:cs typeface="Rambla"/>
                <a:sym typeface="Rambla"/>
              </a:rPr>
              <a:t>Padrões</a:t>
            </a:r>
            <a:r>
              <a:rPr lang="en-US" sz="2500" b="0" i="0" u="none" strike="noStrike" cap="none" baseline="0" dirty="0">
                <a:solidFill>
                  <a:schemeClr val="dk1"/>
                </a:solidFill>
                <a:latin typeface="Rambla"/>
                <a:ea typeface="Rambla"/>
                <a:cs typeface="Rambla"/>
                <a:sym typeface="Rambla"/>
              </a:rPr>
              <a:t> </a:t>
            </a:r>
            <a:r>
              <a:rPr lang="en-US" sz="2500" b="0" i="0" u="none" strike="noStrike" cap="none" baseline="0" dirty="0" err="1">
                <a:solidFill>
                  <a:schemeClr val="dk1"/>
                </a:solidFill>
                <a:latin typeface="Rambla"/>
                <a:ea typeface="Rambla"/>
                <a:cs typeface="Rambla"/>
                <a:sym typeface="Rambla"/>
              </a:rPr>
              <a:t>criados</a:t>
            </a:r>
            <a:r>
              <a:rPr lang="en-US" sz="2500" b="0" i="0" u="none" strike="noStrike" cap="none" baseline="0" dirty="0">
                <a:solidFill>
                  <a:schemeClr val="dk1"/>
                </a:solidFill>
                <a:latin typeface="Rambla"/>
                <a:ea typeface="Rambla"/>
                <a:cs typeface="Rambla"/>
                <a:sym typeface="Rambla"/>
              </a:rPr>
              <a:t> </a:t>
            </a:r>
            <a:r>
              <a:rPr lang="en-US" sz="2500" b="0" i="0" u="none" strike="noStrike" cap="none" baseline="0" dirty="0" err="1">
                <a:solidFill>
                  <a:schemeClr val="dk1"/>
                </a:solidFill>
                <a:latin typeface="Rambla"/>
                <a:ea typeface="Rambla"/>
                <a:cs typeface="Rambla"/>
                <a:sym typeface="Rambla"/>
              </a:rPr>
              <a:t>pela</a:t>
            </a:r>
            <a:r>
              <a:rPr lang="en-US" sz="2500" b="0" i="0" u="none" strike="noStrike" cap="none" baseline="0" dirty="0">
                <a:solidFill>
                  <a:schemeClr val="dk1"/>
                </a:solidFill>
                <a:latin typeface="Rambla"/>
                <a:ea typeface="Rambla"/>
                <a:cs typeface="Rambla"/>
                <a:sym typeface="Rambla"/>
              </a:rPr>
              <a:t> </a:t>
            </a:r>
            <a:r>
              <a:rPr lang="en-US" sz="2500" b="0" i="0" u="none" strike="noStrike" cap="none" baseline="0" dirty="0" err="1">
                <a:solidFill>
                  <a:schemeClr val="dk1"/>
                </a:solidFill>
                <a:latin typeface="Rambla"/>
                <a:ea typeface="Rambla"/>
                <a:cs typeface="Rambla"/>
                <a:sym typeface="Rambla"/>
              </a:rPr>
              <a:t>organização</a:t>
            </a:r>
            <a:r>
              <a:rPr lang="en-US" sz="2500" b="0" i="0" u="none" strike="noStrike" cap="none" baseline="0" dirty="0">
                <a:solidFill>
                  <a:schemeClr val="dk1"/>
                </a:solidFill>
                <a:latin typeface="Rambla"/>
                <a:ea typeface="Rambla"/>
                <a:cs typeface="Rambla"/>
                <a:sym typeface="Rambla"/>
              </a:rPr>
              <a:t>: </a:t>
            </a:r>
          </a:p>
          <a:p>
            <a:pPr marL="621792" marR="0" lvl="1" indent="-240791" algn="l" rtl="0">
              <a:spcBef>
                <a:spcPts val="324"/>
              </a:spcBef>
              <a:buClr>
                <a:schemeClr val="accent1"/>
              </a:buClr>
              <a:buSzPct val="104545"/>
              <a:buFont typeface="Rambla"/>
              <a:buChar char="◦"/>
            </a:pPr>
            <a:r>
              <a:rPr lang="en-US" sz="2150" b="0" i="0" u="none" strike="noStrike" cap="none" baseline="0" dirty="0">
                <a:solidFill>
                  <a:schemeClr val="dk1"/>
                </a:solidFill>
                <a:latin typeface="Rambla"/>
                <a:ea typeface="Rambla"/>
                <a:cs typeface="Rambla"/>
                <a:sym typeface="Rambla"/>
              </a:rPr>
              <a:t>HTML; </a:t>
            </a:r>
          </a:p>
          <a:p>
            <a:pPr marL="621792" marR="0" lvl="1" indent="-240791" algn="l" rtl="0">
              <a:spcBef>
                <a:spcPts val="324"/>
              </a:spcBef>
              <a:buClr>
                <a:schemeClr val="accent1"/>
              </a:buClr>
              <a:buSzPct val="104545"/>
              <a:buFont typeface="Rambla"/>
              <a:buChar char="◦"/>
            </a:pPr>
            <a:r>
              <a:rPr lang="en-US" sz="2150" b="0" i="0" u="none" strike="noStrike" cap="none" baseline="0" dirty="0">
                <a:solidFill>
                  <a:schemeClr val="dk1"/>
                </a:solidFill>
                <a:latin typeface="Rambla"/>
                <a:ea typeface="Rambla"/>
                <a:cs typeface="Rambla"/>
                <a:sym typeface="Rambla"/>
              </a:rPr>
              <a:t>XML; </a:t>
            </a:r>
          </a:p>
          <a:p>
            <a:pPr marL="621792" marR="0" lvl="1" indent="-240791" algn="l" rtl="0">
              <a:spcBef>
                <a:spcPts val="324"/>
              </a:spcBef>
              <a:buClr>
                <a:schemeClr val="accent1"/>
              </a:buClr>
              <a:buSzPct val="104545"/>
              <a:buFont typeface="Rambla"/>
              <a:buChar char="◦"/>
            </a:pPr>
            <a:r>
              <a:rPr lang="en-US" sz="2150" b="0" i="0" u="none" strike="noStrike" cap="none" baseline="0" dirty="0">
                <a:solidFill>
                  <a:schemeClr val="dk1"/>
                </a:solidFill>
                <a:latin typeface="Rambla"/>
                <a:ea typeface="Rambla"/>
                <a:cs typeface="Rambla"/>
                <a:sym typeface="Rambla"/>
              </a:rPr>
              <a:t>XHTML; </a:t>
            </a:r>
          </a:p>
          <a:p>
            <a:pPr marL="621792" marR="0" lvl="1" indent="-240791" algn="l" rtl="0">
              <a:spcBef>
                <a:spcPts val="324"/>
              </a:spcBef>
              <a:buClr>
                <a:schemeClr val="accent1"/>
              </a:buClr>
              <a:buSzPct val="104545"/>
              <a:buFont typeface="Rambla"/>
              <a:buChar char="◦"/>
            </a:pPr>
            <a:r>
              <a:rPr lang="en-US" sz="2150" b="0" i="0" u="none" strike="noStrike" cap="none" baseline="0" dirty="0">
                <a:solidFill>
                  <a:schemeClr val="dk1"/>
                </a:solidFill>
                <a:latin typeface="Rambla"/>
                <a:ea typeface="Rambla"/>
                <a:cs typeface="Rambla"/>
                <a:sym typeface="Rambla"/>
              </a:rPr>
              <a:t>CSS.</a:t>
            </a:r>
          </a:p>
          <a:p>
            <a:pPr marL="365760" marR="0" lvl="0" indent="-264160" algn="l" rtl="0">
              <a:spcBef>
                <a:spcPts val="400"/>
              </a:spcBef>
              <a:spcAft>
                <a:spcPts val="0"/>
              </a:spcAft>
              <a:buClr>
                <a:schemeClr val="accent1"/>
              </a:buClr>
              <a:buSzPct val="73440"/>
              <a:buFont typeface="Rambla"/>
              <a:buChar char=""/>
            </a:pPr>
            <a:r>
              <a:rPr lang="en-US" sz="2500" b="0" i="0" u="none" strike="noStrike" cap="none" baseline="0" dirty="0">
                <a:solidFill>
                  <a:schemeClr val="dk1"/>
                </a:solidFill>
                <a:latin typeface="Rambla"/>
                <a:ea typeface="Rambla"/>
                <a:cs typeface="Rambla"/>
                <a:sym typeface="Rambla"/>
              </a:rPr>
              <a:t>Link W3C</a:t>
            </a:r>
          </a:p>
          <a:p>
            <a:pPr marL="621792" marR="0" lvl="1" indent="-240791" algn="l" rtl="0">
              <a:spcBef>
                <a:spcPts val="324"/>
              </a:spcBef>
              <a:buClr>
                <a:schemeClr val="accent1"/>
              </a:buClr>
              <a:buSzPct val="104545"/>
              <a:buFont typeface="Rambla"/>
              <a:buChar char="◦"/>
            </a:pPr>
            <a:r>
              <a:rPr lang="en-US" sz="2150" b="0" i="0" u="sng" strike="noStrike" cap="none" baseline="0" dirty="0">
                <a:solidFill>
                  <a:schemeClr val="hlink"/>
                </a:solidFill>
                <a:latin typeface="Rambla"/>
                <a:ea typeface="Rambla"/>
                <a:cs typeface="Rambla"/>
                <a:sym typeface="Rambla"/>
                <a:hlinkClick r:id="rId4"/>
              </a:rPr>
              <a:t>http://www.w3.org/</a:t>
            </a:r>
          </a:p>
        </p:txBody>
      </p:sp>
      <p:sp>
        <p:nvSpPr>
          <p:cNvPr id="127" name="Shape 127"/>
          <p:cNvSpPr txBox="1">
            <a:spLocks noGrp="1"/>
          </p:cNvSpPr>
          <p:nvPr>
            <p:ph type="title"/>
          </p:nvPr>
        </p:nvSpPr>
        <p:spPr>
          <a:xfrm>
            <a:off x="457200" y="274637"/>
            <a:ext cx="8229600" cy="1143000"/>
          </a:xfrm>
          <a:prstGeom prst="rect">
            <a:avLst/>
          </a:prstGeom>
          <a:noFill/>
          <a:ln>
            <a:noFill/>
          </a:ln>
        </p:spPr>
        <p:txBody>
          <a:bodyPr lIns="91425" tIns="45700" rIns="91425" bIns="45700" anchor="ctr" anchorCtr="0">
            <a:noAutofit/>
          </a:bodyPr>
          <a:lstStyle/>
          <a:p>
            <a:pPr marL="0" marR="0" lvl="0" indent="0" algn="l" rtl="0">
              <a:spcBef>
                <a:spcPts val="0"/>
              </a:spcBef>
              <a:buClr>
                <a:schemeClr val="dk2"/>
              </a:buClr>
              <a:buSzPct val="25000"/>
              <a:buFont typeface="Rambla"/>
              <a:buNone/>
            </a:pPr>
            <a:r>
              <a:rPr lang="en-US" sz="4100" b="1" i="0" u="none" strike="noStrike" cap="none" baseline="0">
                <a:solidFill>
                  <a:schemeClr val="dk2"/>
                </a:solidFill>
                <a:latin typeface="Rambla"/>
                <a:ea typeface="Rambla"/>
                <a:cs typeface="Rambla"/>
                <a:sym typeface="Rambla"/>
              </a:rPr>
              <a:t>Webstandards – W3C</a:t>
            </a:r>
          </a:p>
        </p:txBody>
      </p:sp>
    </p:spTree>
  </p:cSld>
  <p:clrMapOvr>
    <a:masterClrMapping/>
  </p:clrMapOvr>
  <p:transition spd="slow">
    <p:cut/>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Shape 132"/>
          <p:cNvSpPr txBox="1">
            <a:spLocks noGrp="1"/>
          </p:cNvSpPr>
          <p:nvPr>
            <p:ph type="body" idx="1"/>
          </p:nvPr>
        </p:nvSpPr>
        <p:spPr>
          <a:xfrm>
            <a:off x="457200" y="1481328"/>
            <a:ext cx="8229600" cy="4525963"/>
          </a:xfrm>
          <a:prstGeom prst="rect">
            <a:avLst/>
          </a:prstGeom>
          <a:noFill/>
          <a:ln>
            <a:noFill/>
          </a:ln>
        </p:spPr>
        <p:txBody>
          <a:bodyPr lIns="91425" tIns="45700" rIns="91425" bIns="45700" anchor="t" anchorCtr="0">
            <a:noAutofit/>
          </a:bodyPr>
          <a:lstStyle/>
          <a:p>
            <a:pPr marL="365760" marR="0" lvl="0" indent="-264160" algn="l" rtl="0">
              <a:spcBef>
                <a:spcPts val="400"/>
              </a:spcBef>
              <a:spcAft>
                <a:spcPts val="0"/>
              </a:spcAft>
              <a:buClr>
                <a:schemeClr val="accent1"/>
              </a:buClr>
              <a:buSzPct val="73440"/>
              <a:buFont typeface="Rambla"/>
              <a:buChar char=""/>
            </a:pPr>
            <a:r>
              <a:rPr lang="en-US" sz="2500" b="0" i="0" u="none" strike="noStrike" cap="none" baseline="0" dirty="0">
                <a:solidFill>
                  <a:schemeClr val="dk1"/>
                </a:solidFill>
                <a:latin typeface="Rambla"/>
                <a:ea typeface="Rambla"/>
                <a:cs typeface="Rambla"/>
                <a:sym typeface="Rambla"/>
              </a:rPr>
              <a:t>Um </a:t>
            </a:r>
            <a:r>
              <a:rPr lang="en-US" sz="2500" b="0" i="0" u="none" strike="noStrike" cap="none" baseline="0" dirty="0" err="1">
                <a:solidFill>
                  <a:schemeClr val="dk1"/>
                </a:solidFill>
                <a:latin typeface="Rambla"/>
                <a:ea typeface="Rambla"/>
                <a:cs typeface="Rambla"/>
                <a:sym typeface="Rambla"/>
              </a:rPr>
              <a:t>programa</a:t>
            </a:r>
            <a:r>
              <a:rPr lang="en-US" sz="2500" b="0" i="0" u="none" strike="noStrike" cap="none" baseline="0" dirty="0">
                <a:solidFill>
                  <a:schemeClr val="dk1"/>
                </a:solidFill>
                <a:latin typeface="Rambla"/>
                <a:ea typeface="Rambla"/>
                <a:cs typeface="Rambla"/>
                <a:sym typeface="Rambla"/>
              </a:rPr>
              <a:t> </a:t>
            </a:r>
            <a:r>
              <a:rPr lang="en-US" sz="2500" b="0" i="0" u="none" strike="noStrike" cap="none" baseline="0" dirty="0" err="1">
                <a:solidFill>
                  <a:schemeClr val="dk1"/>
                </a:solidFill>
                <a:latin typeface="Rambla"/>
                <a:ea typeface="Rambla"/>
                <a:cs typeface="Rambla"/>
                <a:sym typeface="Rambla"/>
              </a:rPr>
              <a:t>para</a:t>
            </a:r>
            <a:r>
              <a:rPr lang="en-US" sz="2500" b="0" i="0" u="none" strike="noStrike" cap="none" baseline="0" dirty="0">
                <a:solidFill>
                  <a:schemeClr val="dk1"/>
                </a:solidFill>
                <a:latin typeface="Rambla"/>
                <a:ea typeface="Rambla"/>
                <a:cs typeface="Rambla"/>
                <a:sym typeface="Rambla"/>
              </a:rPr>
              <a:t> </a:t>
            </a:r>
            <a:r>
              <a:rPr lang="en-US" sz="2500" b="0" i="0" u="none" strike="noStrike" cap="none" baseline="0" dirty="0" err="1">
                <a:solidFill>
                  <a:schemeClr val="dk1"/>
                </a:solidFill>
                <a:latin typeface="Rambla"/>
                <a:ea typeface="Rambla"/>
                <a:cs typeface="Rambla"/>
                <a:sym typeface="Rambla"/>
              </a:rPr>
              <a:t>escrever</a:t>
            </a:r>
            <a:r>
              <a:rPr lang="en-US" sz="2500" b="0" i="0" u="none" strike="noStrike" cap="none" baseline="0" dirty="0">
                <a:solidFill>
                  <a:schemeClr val="dk1"/>
                </a:solidFill>
                <a:latin typeface="Rambla"/>
                <a:ea typeface="Rambla"/>
                <a:cs typeface="Rambla"/>
                <a:sym typeface="Rambla"/>
              </a:rPr>
              <a:t> e outro </a:t>
            </a:r>
            <a:r>
              <a:rPr lang="en-US" sz="2500" b="0" i="0" u="none" strike="noStrike" cap="none" baseline="0" dirty="0" err="1">
                <a:solidFill>
                  <a:schemeClr val="dk1"/>
                </a:solidFill>
                <a:latin typeface="Rambla"/>
                <a:ea typeface="Rambla"/>
                <a:cs typeface="Rambla"/>
                <a:sym typeface="Rambla"/>
              </a:rPr>
              <a:t>para</a:t>
            </a:r>
            <a:r>
              <a:rPr lang="en-US" sz="2500" b="0" i="0" u="none" strike="noStrike" cap="none" baseline="0" dirty="0">
                <a:solidFill>
                  <a:schemeClr val="dk1"/>
                </a:solidFill>
                <a:latin typeface="Rambla"/>
                <a:ea typeface="Rambla"/>
                <a:cs typeface="Rambla"/>
                <a:sym typeface="Rambla"/>
              </a:rPr>
              <a:t> </a:t>
            </a:r>
            <a:r>
              <a:rPr lang="en-US" sz="2500" b="0" i="0" u="none" strike="noStrike" cap="none" baseline="0" dirty="0" err="1">
                <a:solidFill>
                  <a:schemeClr val="dk1"/>
                </a:solidFill>
                <a:latin typeface="Rambla"/>
                <a:ea typeface="Rambla"/>
                <a:cs typeface="Rambla"/>
                <a:sym typeface="Rambla"/>
              </a:rPr>
              <a:t>ler</a:t>
            </a:r>
            <a:r>
              <a:rPr lang="en-US" sz="2500" b="0" i="0" u="none" strike="noStrike" cap="none" baseline="0" dirty="0">
                <a:solidFill>
                  <a:schemeClr val="dk1"/>
                </a:solidFill>
                <a:latin typeface="Rambla"/>
                <a:ea typeface="Rambla"/>
                <a:cs typeface="Rambla"/>
                <a:sym typeface="Rambla"/>
              </a:rPr>
              <a:t>:</a:t>
            </a:r>
          </a:p>
          <a:p>
            <a:pPr marL="621792" marR="0" lvl="1" indent="-240791" algn="l" rtl="0">
              <a:spcBef>
                <a:spcPts val="324"/>
              </a:spcBef>
              <a:buClr>
                <a:schemeClr val="accent1"/>
              </a:buClr>
              <a:buSzPct val="104545"/>
              <a:buFont typeface="Rambla"/>
              <a:buChar char="◦"/>
            </a:pPr>
            <a:r>
              <a:rPr lang="en-US" sz="2150" b="0" i="0" u="none" strike="noStrike" cap="none" baseline="0" dirty="0" err="1">
                <a:solidFill>
                  <a:schemeClr val="dk1"/>
                </a:solidFill>
                <a:latin typeface="Rambla"/>
                <a:ea typeface="Rambla"/>
                <a:cs typeface="Rambla"/>
                <a:sym typeface="Rambla"/>
              </a:rPr>
              <a:t>Escrever</a:t>
            </a:r>
            <a:r>
              <a:rPr lang="en-US" sz="2150" b="0" i="0" u="none" strike="noStrike" cap="none" baseline="0" dirty="0">
                <a:solidFill>
                  <a:schemeClr val="dk1"/>
                </a:solidFill>
                <a:latin typeface="Rambla"/>
                <a:ea typeface="Rambla"/>
                <a:cs typeface="Rambla"/>
                <a:sym typeface="Rambla"/>
              </a:rPr>
              <a:t>: </a:t>
            </a:r>
            <a:r>
              <a:rPr lang="en-US" sz="2150" b="0" i="0" u="none" strike="noStrike" cap="none" baseline="0" dirty="0" err="1">
                <a:solidFill>
                  <a:schemeClr val="dk1"/>
                </a:solidFill>
                <a:latin typeface="Rambla"/>
                <a:ea typeface="Rambla"/>
                <a:cs typeface="Rambla"/>
                <a:sym typeface="Rambla"/>
              </a:rPr>
              <a:t>Bloco</a:t>
            </a:r>
            <a:r>
              <a:rPr lang="en-US" sz="2150" b="0" i="0" u="none" strike="noStrike" cap="none" baseline="0" dirty="0">
                <a:solidFill>
                  <a:schemeClr val="dk1"/>
                </a:solidFill>
                <a:latin typeface="Rambla"/>
                <a:ea typeface="Rambla"/>
                <a:cs typeface="Rambla"/>
                <a:sym typeface="Rambla"/>
              </a:rPr>
              <a:t> de </a:t>
            </a:r>
            <a:r>
              <a:rPr lang="en-US" sz="2150" b="0" i="0" u="none" strike="noStrike" cap="none" baseline="0" dirty="0" err="1">
                <a:solidFill>
                  <a:schemeClr val="dk1"/>
                </a:solidFill>
                <a:latin typeface="Rambla"/>
                <a:ea typeface="Rambla"/>
                <a:cs typeface="Rambla"/>
                <a:sym typeface="Rambla"/>
              </a:rPr>
              <a:t>notas</a:t>
            </a:r>
            <a:r>
              <a:rPr lang="en-US" sz="2150" b="0" i="0" u="none" strike="noStrike" cap="none" baseline="0" dirty="0">
                <a:solidFill>
                  <a:schemeClr val="dk1"/>
                </a:solidFill>
                <a:latin typeface="Rambla"/>
                <a:ea typeface="Rambla"/>
                <a:cs typeface="Rambla"/>
                <a:sym typeface="Rambla"/>
              </a:rPr>
              <a:t>, Word, Dreamweaver…</a:t>
            </a:r>
          </a:p>
          <a:p>
            <a:pPr marL="621792" marR="0" lvl="1" indent="-240791" algn="l" rtl="0">
              <a:spcBef>
                <a:spcPts val="324"/>
              </a:spcBef>
              <a:buClr>
                <a:schemeClr val="accent1"/>
              </a:buClr>
              <a:buSzPct val="104545"/>
              <a:buFont typeface="Rambla"/>
              <a:buChar char="◦"/>
            </a:pPr>
            <a:r>
              <a:rPr lang="en-US" sz="2150" b="0" i="0" u="none" strike="noStrike" cap="none" baseline="0" dirty="0" err="1">
                <a:solidFill>
                  <a:schemeClr val="dk1"/>
                </a:solidFill>
                <a:latin typeface="Rambla"/>
                <a:ea typeface="Rambla"/>
                <a:cs typeface="Rambla"/>
                <a:sym typeface="Rambla"/>
              </a:rPr>
              <a:t>Ler</a:t>
            </a:r>
            <a:r>
              <a:rPr lang="en-US" sz="2150" b="0" i="0" u="none" strike="noStrike" cap="none" baseline="0" dirty="0">
                <a:solidFill>
                  <a:schemeClr val="dk1"/>
                </a:solidFill>
                <a:latin typeface="Rambla"/>
                <a:ea typeface="Rambla"/>
                <a:cs typeface="Rambla"/>
                <a:sym typeface="Rambla"/>
              </a:rPr>
              <a:t>: Internet Explorer, Safari, Chrome, </a:t>
            </a:r>
            <a:r>
              <a:rPr lang="en-US" sz="2150" b="0" i="0" u="none" strike="noStrike" cap="none" baseline="0" dirty="0" smtClean="0">
                <a:solidFill>
                  <a:schemeClr val="dk1"/>
                </a:solidFill>
                <a:latin typeface="Rambla"/>
                <a:ea typeface="Rambla"/>
                <a:cs typeface="Rambla"/>
                <a:sym typeface="Rambla"/>
              </a:rPr>
              <a:t>Firefox, Opera…</a:t>
            </a:r>
            <a:endParaRPr lang="en-US" sz="2150" b="0" i="0" u="none" strike="noStrike" cap="none" baseline="0" dirty="0">
              <a:solidFill>
                <a:schemeClr val="dk1"/>
              </a:solidFill>
              <a:latin typeface="Rambla"/>
              <a:ea typeface="Rambla"/>
              <a:cs typeface="Rambla"/>
              <a:sym typeface="Rambla"/>
            </a:endParaRPr>
          </a:p>
          <a:p>
            <a:pPr marL="365760" marR="0" lvl="0" indent="-264160" algn="l" rtl="0">
              <a:spcBef>
                <a:spcPts val="400"/>
              </a:spcBef>
              <a:spcAft>
                <a:spcPts val="0"/>
              </a:spcAft>
              <a:buClr>
                <a:schemeClr val="accent1"/>
              </a:buClr>
              <a:buSzPct val="73440"/>
              <a:buFont typeface="Rambla"/>
              <a:buChar char=""/>
            </a:pPr>
            <a:r>
              <a:rPr lang="en-US" sz="2500" b="0" i="0" u="none" strike="noStrike" cap="none" baseline="0" dirty="0" err="1">
                <a:solidFill>
                  <a:schemeClr val="dk1"/>
                </a:solidFill>
                <a:latin typeface="Rambla"/>
                <a:ea typeface="Rambla"/>
                <a:cs typeface="Rambla"/>
                <a:sym typeface="Rambla"/>
              </a:rPr>
              <a:t>Organização</a:t>
            </a:r>
            <a:r>
              <a:rPr lang="en-US" sz="2500" b="0" i="0" u="none" strike="noStrike" cap="none" baseline="0" dirty="0">
                <a:solidFill>
                  <a:schemeClr val="dk1"/>
                </a:solidFill>
                <a:latin typeface="Rambla"/>
                <a:ea typeface="Rambla"/>
                <a:cs typeface="Rambla"/>
                <a:sym typeface="Rambla"/>
              </a:rPr>
              <a:t>;</a:t>
            </a:r>
          </a:p>
          <a:p>
            <a:pPr marL="365760" marR="0" lvl="0" indent="-264160" algn="l" rtl="0">
              <a:spcBef>
                <a:spcPts val="400"/>
              </a:spcBef>
              <a:spcAft>
                <a:spcPts val="0"/>
              </a:spcAft>
              <a:buClr>
                <a:schemeClr val="accent1"/>
              </a:buClr>
              <a:buSzPct val="73440"/>
              <a:buFont typeface="Rambla"/>
              <a:buChar char=""/>
            </a:pPr>
            <a:r>
              <a:rPr lang="en-US" sz="2500" b="0" i="0" u="none" strike="noStrike" cap="none" baseline="0" dirty="0" err="1">
                <a:solidFill>
                  <a:schemeClr val="dk1"/>
                </a:solidFill>
                <a:latin typeface="Rambla"/>
                <a:ea typeface="Rambla"/>
                <a:cs typeface="Rambla"/>
                <a:sym typeface="Rambla"/>
              </a:rPr>
              <a:t>Nomeando</a:t>
            </a:r>
            <a:r>
              <a:rPr lang="en-US" sz="2500" b="0" i="0" u="none" strike="noStrike" cap="none" baseline="0" dirty="0">
                <a:solidFill>
                  <a:schemeClr val="dk1"/>
                </a:solidFill>
                <a:latin typeface="Rambla"/>
                <a:ea typeface="Rambla"/>
                <a:cs typeface="Rambla"/>
                <a:sym typeface="Rambla"/>
              </a:rPr>
              <a:t> </a:t>
            </a:r>
            <a:r>
              <a:rPr lang="en-US" sz="2500" b="0" i="0" u="none" strike="noStrike" cap="none" baseline="0" dirty="0" err="1">
                <a:solidFill>
                  <a:schemeClr val="dk1"/>
                </a:solidFill>
                <a:latin typeface="Rambla"/>
                <a:ea typeface="Rambla"/>
                <a:cs typeface="Rambla"/>
                <a:sym typeface="Rambla"/>
              </a:rPr>
              <a:t>seus</a:t>
            </a:r>
            <a:r>
              <a:rPr lang="en-US" sz="2500" b="0" i="0" u="none" strike="noStrike" cap="none" baseline="0" dirty="0">
                <a:solidFill>
                  <a:schemeClr val="dk1"/>
                </a:solidFill>
                <a:latin typeface="Rambla"/>
                <a:ea typeface="Rambla"/>
                <a:cs typeface="Rambla"/>
                <a:sym typeface="Rambla"/>
              </a:rPr>
              <a:t> </a:t>
            </a:r>
            <a:r>
              <a:rPr lang="en-US" sz="2500" b="0" i="0" u="none" strike="noStrike" cap="none" baseline="0" dirty="0" err="1">
                <a:solidFill>
                  <a:schemeClr val="dk1"/>
                </a:solidFill>
                <a:latin typeface="Rambla"/>
                <a:ea typeface="Rambla"/>
                <a:cs typeface="Rambla"/>
                <a:sym typeface="Rambla"/>
              </a:rPr>
              <a:t>arquivos</a:t>
            </a:r>
            <a:r>
              <a:rPr lang="en-US" sz="2500" b="0" i="0" u="none" strike="noStrike" cap="none" baseline="0" dirty="0">
                <a:solidFill>
                  <a:schemeClr val="dk1"/>
                </a:solidFill>
                <a:latin typeface="Rambla"/>
                <a:ea typeface="Rambla"/>
                <a:cs typeface="Rambla"/>
                <a:sym typeface="Rambla"/>
              </a:rPr>
              <a:t> e pastas;</a:t>
            </a:r>
          </a:p>
          <a:p>
            <a:pPr marL="621792" marR="0" lvl="1" indent="-240791" algn="l" rtl="0">
              <a:spcBef>
                <a:spcPts val="324"/>
              </a:spcBef>
              <a:buClr>
                <a:schemeClr val="accent1"/>
              </a:buClr>
              <a:buSzPct val="104545"/>
              <a:buFont typeface="Rambla"/>
              <a:buChar char="◦"/>
            </a:pPr>
            <a:r>
              <a:rPr lang="en-US" sz="2150" b="0" i="0" u="none" strike="noStrike" cap="none" baseline="0" dirty="0" err="1">
                <a:solidFill>
                  <a:schemeClr val="dk1"/>
                </a:solidFill>
                <a:latin typeface="Rambla"/>
                <a:ea typeface="Rambla"/>
                <a:cs typeface="Rambla"/>
                <a:sym typeface="Rambla"/>
              </a:rPr>
              <a:t>Arquivos</a:t>
            </a:r>
            <a:r>
              <a:rPr lang="en-US" sz="2150" b="0" i="0" u="none" strike="noStrike" cap="none" baseline="0" dirty="0">
                <a:solidFill>
                  <a:schemeClr val="dk1"/>
                </a:solidFill>
                <a:latin typeface="Rambla"/>
                <a:ea typeface="Rambla"/>
                <a:cs typeface="Rambla"/>
                <a:sym typeface="Rambla"/>
              </a:rPr>
              <a:t> com </a:t>
            </a:r>
            <a:r>
              <a:rPr lang="en-US" sz="2150" b="0" i="0" u="none" strike="noStrike" cap="none" baseline="0" dirty="0" err="1">
                <a:solidFill>
                  <a:schemeClr val="dk1"/>
                </a:solidFill>
                <a:latin typeface="Rambla"/>
                <a:ea typeface="Rambla"/>
                <a:cs typeface="Rambla"/>
                <a:sym typeface="Rambla"/>
              </a:rPr>
              <a:t>letras</a:t>
            </a:r>
            <a:r>
              <a:rPr lang="en-US" sz="2150" b="0" i="0" u="none" strike="noStrike" cap="none" baseline="0" dirty="0">
                <a:solidFill>
                  <a:schemeClr val="dk1"/>
                </a:solidFill>
                <a:latin typeface="Rambla"/>
                <a:ea typeface="Rambla"/>
                <a:cs typeface="Rambla"/>
                <a:sym typeface="Rambla"/>
              </a:rPr>
              <a:t> </a:t>
            </a:r>
            <a:r>
              <a:rPr lang="en-US" sz="2150" b="0" i="0" u="none" strike="noStrike" cap="none" baseline="0" dirty="0" err="1">
                <a:solidFill>
                  <a:schemeClr val="dk1"/>
                </a:solidFill>
                <a:latin typeface="Rambla"/>
                <a:ea typeface="Rambla"/>
                <a:cs typeface="Rambla"/>
                <a:sym typeface="Rambla"/>
              </a:rPr>
              <a:t>minúsculas</a:t>
            </a:r>
            <a:r>
              <a:rPr lang="en-US" sz="2150" b="0" i="0" u="none" strike="noStrike" cap="none" baseline="0" dirty="0">
                <a:solidFill>
                  <a:schemeClr val="dk1"/>
                </a:solidFill>
                <a:latin typeface="Rambla"/>
                <a:ea typeface="Rambla"/>
                <a:cs typeface="Rambla"/>
                <a:sym typeface="Rambla"/>
              </a:rPr>
              <a:t>;</a:t>
            </a:r>
          </a:p>
          <a:p>
            <a:pPr marL="621792" marR="0" lvl="1" indent="-240791" algn="l" rtl="0">
              <a:spcBef>
                <a:spcPts val="324"/>
              </a:spcBef>
              <a:buClr>
                <a:schemeClr val="accent1"/>
              </a:buClr>
              <a:buSzPct val="104545"/>
              <a:buFont typeface="Rambla"/>
              <a:buChar char="◦"/>
            </a:pPr>
            <a:r>
              <a:rPr lang="en-US" sz="2150" b="0" i="0" u="none" strike="noStrike" cap="none" baseline="0" dirty="0" err="1">
                <a:solidFill>
                  <a:schemeClr val="dk1"/>
                </a:solidFill>
                <a:latin typeface="Rambla"/>
                <a:ea typeface="Rambla"/>
                <a:cs typeface="Rambla"/>
                <a:sym typeface="Rambla"/>
              </a:rPr>
              <a:t>Não</a:t>
            </a:r>
            <a:r>
              <a:rPr lang="en-US" sz="2150" b="0" i="0" u="none" strike="noStrike" cap="none" baseline="0" dirty="0">
                <a:solidFill>
                  <a:schemeClr val="dk1"/>
                </a:solidFill>
                <a:latin typeface="Rambla"/>
                <a:ea typeface="Rambla"/>
                <a:cs typeface="Rambla"/>
                <a:sym typeface="Rambla"/>
              </a:rPr>
              <a:t> </a:t>
            </a:r>
            <a:r>
              <a:rPr lang="en-US" sz="2150" b="0" i="0" u="none" strike="noStrike" cap="none" baseline="0" dirty="0" err="1">
                <a:solidFill>
                  <a:schemeClr val="dk1"/>
                </a:solidFill>
                <a:latin typeface="Rambla"/>
                <a:ea typeface="Rambla"/>
                <a:cs typeface="Rambla"/>
                <a:sym typeface="Rambla"/>
              </a:rPr>
              <a:t>pode</a:t>
            </a:r>
            <a:r>
              <a:rPr lang="en-US" sz="2150" b="0" i="0" u="none" strike="noStrike" cap="none" baseline="0" dirty="0">
                <a:solidFill>
                  <a:schemeClr val="dk1"/>
                </a:solidFill>
                <a:latin typeface="Rambla"/>
                <a:ea typeface="Rambla"/>
                <a:cs typeface="Rambla"/>
                <a:sym typeface="Rambla"/>
              </a:rPr>
              <a:t> </a:t>
            </a:r>
            <a:r>
              <a:rPr lang="en-US" sz="2150" b="0" i="0" u="none" strike="noStrike" cap="none" baseline="0" dirty="0" err="1">
                <a:solidFill>
                  <a:schemeClr val="dk1"/>
                </a:solidFill>
                <a:latin typeface="Rambla"/>
                <a:ea typeface="Rambla"/>
                <a:cs typeface="Rambla"/>
                <a:sym typeface="Rambla"/>
              </a:rPr>
              <a:t>começar</a:t>
            </a:r>
            <a:r>
              <a:rPr lang="en-US" sz="2150" b="0" i="0" u="none" strike="noStrike" cap="none" baseline="0" dirty="0">
                <a:solidFill>
                  <a:schemeClr val="dk1"/>
                </a:solidFill>
                <a:latin typeface="Rambla"/>
                <a:ea typeface="Rambla"/>
                <a:cs typeface="Rambla"/>
                <a:sym typeface="Rambla"/>
              </a:rPr>
              <a:t> com </a:t>
            </a:r>
            <a:r>
              <a:rPr lang="en-US" sz="2150" b="0" i="0" u="none" strike="noStrike" cap="none" baseline="0" dirty="0" err="1">
                <a:solidFill>
                  <a:schemeClr val="dk1"/>
                </a:solidFill>
                <a:latin typeface="Rambla"/>
                <a:ea typeface="Rambla"/>
                <a:cs typeface="Rambla"/>
                <a:sym typeface="Rambla"/>
              </a:rPr>
              <a:t>números</a:t>
            </a:r>
            <a:r>
              <a:rPr lang="en-US" sz="2150" b="0" i="0" u="none" strike="noStrike" cap="none" baseline="0" dirty="0">
                <a:solidFill>
                  <a:schemeClr val="dk1"/>
                </a:solidFill>
                <a:latin typeface="Rambla"/>
                <a:ea typeface="Rambla"/>
                <a:cs typeface="Rambla"/>
                <a:sym typeface="Rambla"/>
              </a:rPr>
              <a:t>;</a:t>
            </a:r>
          </a:p>
          <a:p>
            <a:pPr marL="621792" marR="0" lvl="1" indent="-240791" algn="l" rtl="0">
              <a:spcBef>
                <a:spcPts val="324"/>
              </a:spcBef>
              <a:buClr>
                <a:schemeClr val="accent1"/>
              </a:buClr>
              <a:buSzPct val="104545"/>
              <a:buFont typeface="Rambla"/>
              <a:buChar char="◦"/>
            </a:pPr>
            <a:r>
              <a:rPr lang="en-US" sz="2150" b="0" i="0" u="none" strike="noStrike" cap="none" baseline="0" dirty="0" err="1">
                <a:solidFill>
                  <a:schemeClr val="dk1"/>
                </a:solidFill>
                <a:latin typeface="Rambla"/>
                <a:ea typeface="Rambla"/>
                <a:cs typeface="Rambla"/>
                <a:sym typeface="Rambla"/>
              </a:rPr>
              <a:t>Não</a:t>
            </a:r>
            <a:r>
              <a:rPr lang="en-US" sz="2150" b="0" i="0" u="none" strike="noStrike" cap="none" baseline="0" dirty="0">
                <a:solidFill>
                  <a:schemeClr val="dk1"/>
                </a:solidFill>
                <a:latin typeface="Rambla"/>
                <a:ea typeface="Rambla"/>
                <a:cs typeface="Rambla"/>
                <a:sym typeface="Rambla"/>
              </a:rPr>
              <a:t> </a:t>
            </a:r>
            <a:r>
              <a:rPr lang="en-US" sz="2150" b="0" i="0" u="none" strike="noStrike" cap="none" baseline="0" dirty="0" err="1">
                <a:solidFill>
                  <a:schemeClr val="dk1"/>
                </a:solidFill>
                <a:latin typeface="Rambla"/>
                <a:ea typeface="Rambla"/>
                <a:cs typeface="Rambla"/>
                <a:sym typeface="Rambla"/>
              </a:rPr>
              <a:t>pode</a:t>
            </a:r>
            <a:r>
              <a:rPr lang="en-US" sz="2150" b="0" i="0" u="none" strike="noStrike" cap="none" baseline="0" dirty="0">
                <a:solidFill>
                  <a:schemeClr val="dk1"/>
                </a:solidFill>
                <a:latin typeface="Rambla"/>
                <a:ea typeface="Rambla"/>
                <a:cs typeface="Rambla"/>
                <a:sym typeface="Rambla"/>
              </a:rPr>
              <a:t> </a:t>
            </a:r>
            <a:r>
              <a:rPr lang="en-US" sz="2150" b="0" i="0" u="none" strike="noStrike" cap="none" baseline="0" dirty="0" err="1">
                <a:solidFill>
                  <a:schemeClr val="dk1"/>
                </a:solidFill>
                <a:latin typeface="Rambla"/>
                <a:ea typeface="Rambla"/>
                <a:cs typeface="Rambla"/>
                <a:sym typeface="Rambla"/>
              </a:rPr>
              <a:t>ter</a:t>
            </a:r>
            <a:r>
              <a:rPr lang="en-US" sz="2150" b="0" i="0" u="none" strike="noStrike" cap="none" baseline="0" dirty="0">
                <a:solidFill>
                  <a:schemeClr val="dk1"/>
                </a:solidFill>
                <a:latin typeface="Rambla"/>
                <a:ea typeface="Rambla"/>
                <a:cs typeface="Rambla"/>
                <a:sym typeface="Rambla"/>
              </a:rPr>
              <a:t> </a:t>
            </a:r>
            <a:r>
              <a:rPr lang="en-US" sz="2150" b="0" i="0" u="none" strike="noStrike" cap="none" baseline="0" dirty="0" err="1">
                <a:solidFill>
                  <a:schemeClr val="dk1"/>
                </a:solidFill>
                <a:latin typeface="Rambla"/>
                <a:ea typeface="Rambla"/>
                <a:cs typeface="Rambla"/>
                <a:sym typeface="Rambla"/>
              </a:rPr>
              <a:t>espaços</a:t>
            </a:r>
            <a:r>
              <a:rPr lang="en-US" sz="2150" b="0" i="0" u="none" strike="noStrike" cap="none" baseline="0" dirty="0">
                <a:solidFill>
                  <a:schemeClr val="dk1"/>
                </a:solidFill>
                <a:latin typeface="Rambla"/>
                <a:ea typeface="Rambla"/>
                <a:cs typeface="Rambla"/>
                <a:sym typeface="Rambla"/>
              </a:rPr>
              <a:t> </a:t>
            </a:r>
            <a:r>
              <a:rPr lang="en-US" sz="2150" b="0" i="0" u="none" strike="noStrike" cap="none" baseline="0" dirty="0" err="1">
                <a:solidFill>
                  <a:schemeClr val="dk1"/>
                </a:solidFill>
                <a:latin typeface="Rambla"/>
                <a:ea typeface="Rambla"/>
                <a:cs typeface="Rambla"/>
                <a:sym typeface="Rambla"/>
              </a:rPr>
              <a:t>em</a:t>
            </a:r>
            <a:r>
              <a:rPr lang="en-US" sz="2150" b="0" i="0" u="none" strike="noStrike" cap="none" baseline="0" dirty="0">
                <a:solidFill>
                  <a:schemeClr val="dk1"/>
                </a:solidFill>
                <a:latin typeface="Rambla"/>
                <a:ea typeface="Rambla"/>
                <a:cs typeface="Rambla"/>
                <a:sym typeface="Rambla"/>
              </a:rPr>
              <a:t> </a:t>
            </a:r>
            <a:r>
              <a:rPr lang="en-US" sz="2150" b="0" i="0" u="none" strike="noStrike" cap="none" baseline="0" dirty="0" err="1">
                <a:solidFill>
                  <a:schemeClr val="dk1"/>
                </a:solidFill>
                <a:latin typeface="Rambla"/>
                <a:ea typeface="Rambla"/>
                <a:cs typeface="Rambla"/>
                <a:sym typeface="Rambla"/>
              </a:rPr>
              <a:t>branco</a:t>
            </a:r>
            <a:r>
              <a:rPr lang="en-US" sz="2150" b="0" i="0" u="none" strike="noStrike" cap="none" baseline="0" dirty="0">
                <a:solidFill>
                  <a:schemeClr val="dk1"/>
                </a:solidFill>
                <a:latin typeface="Rambla"/>
                <a:ea typeface="Rambla"/>
                <a:cs typeface="Rambla"/>
                <a:sym typeface="Rambla"/>
              </a:rPr>
              <a:t>;</a:t>
            </a:r>
          </a:p>
          <a:p>
            <a:pPr marL="621792" marR="0" lvl="1" indent="-240791" algn="l" rtl="0">
              <a:spcBef>
                <a:spcPts val="324"/>
              </a:spcBef>
              <a:buClr>
                <a:schemeClr val="accent1"/>
              </a:buClr>
              <a:buSzPct val="104545"/>
              <a:buFont typeface="Rambla"/>
              <a:buChar char="◦"/>
            </a:pPr>
            <a:r>
              <a:rPr lang="en-US" sz="2150" b="0" i="0" u="none" strike="noStrike" cap="none" baseline="0" dirty="0" err="1">
                <a:solidFill>
                  <a:schemeClr val="dk1"/>
                </a:solidFill>
                <a:latin typeface="Rambla"/>
                <a:ea typeface="Rambla"/>
                <a:cs typeface="Rambla"/>
                <a:sym typeface="Rambla"/>
              </a:rPr>
              <a:t>Não</a:t>
            </a:r>
            <a:r>
              <a:rPr lang="en-US" sz="2150" b="0" i="0" u="none" strike="noStrike" cap="none" baseline="0" dirty="0">
                <a:solidFill>
                  <a:schemeClr val="dk1"/>
                </a:solidFill>
                <a:latin typeface="Rambla"/>
                <a:ea typeface="Rambla"/>
                <a:cs typeface="Rambla"/>
                <a:sym typeface="Rambla"/>
              </a:rPr>
              <a:t> </a:t>
            </a:r>
            <a:r>
              <a:rPr lang="en-US" sz="2150" b="0" i="0" u="none" strike="noStrike" cap="none" baseline="0" dirty="0" err="1">
                <a:solidFill>
                  <a:schemeClr val="dk1"/>
                </a:solidFill>
                <a:latin typeface="Rambla"/>
                <a:ea typeface="Rambla"/>
                <a:cs typeface="Rambla"/>
                <a:sym typeface="Rambla"/>
              </a:rPr>
              <a:t>pode</a:t>
            </a:r>
            <a:r>
              <a:rPr lang="en-US" sz="2150" b="0" i="0" u="none" strike="noStrike" cap="none" baseline="0" dirty="0">
                <a:solidFill>
                  <a:schemeClr val="dk1"/>
                </a:solidFill>
                <a:latin typeface="Rambla"/>
                <a:ea typeface="Rambla"/>
                <a:cs typeface="Rambla"/>
                <a:sym typeface="Rambla"/>
              </a:rPr>
              <a:t> </a:t>
            </a:r>
            <a:r>
              <a:rPr lang="en-US" sz="2150" b="0" i="0" u="none" strike="noStrike" cap="none" baseline="0" dirty="0" err="1">
                <a:solidFill>
                  <a:schemeClr val="dk1"/>
                </a:solidFill>
                <a:latin typeface="Rambla"/>
                <a:ea typeface="Rambla"/>
                <a:cs typeface="Rambla"/>
                <a:sym typeface="Rambla"/>
              </a:rPr>
              <a:t>ter</a:t>
            </a:r>
            <a:r>
              <a:rPr lang="en-US" sz="2150" b="0" i="0" u="none" strike="noStrike" cap="none" baseline="0" dirty="0">
                <a:solidFill>
                  <a:schemeClr val="dk1"/>
                </a:solidFill>
                <a:latin typeface="Rambla"/>
                <a:ea typeface="Rambla"/>
                <a:cs typeface="Rambla"/>
                <a:sym typeface="Rambla"/>
              </a:rPr>
              <a:t> </a:t>
            </a:r>
            <a:r>
              <a:rPr lang="en-US" sz="2150" b="0" i="0" u="none" strike="noStrike" cap="none" baseline="0" dirty="0" err="1">
                <a:solidFill>
                  <a:schemeClr val="dk1"/>
                </a:solidFill>
                <a:latin typeface="Rambla"/>
                <a:ea typeface="Rambla"/>
                <a:cs typeface="Rambla"/>
                <a:sym typeface="Rambla"/>
              </a:rPr>
              <a:t>caracteres</a:t>
            </a:r>
            <a:r>
              <a:rPr lang="en-US" sz="2150" b="0" i="0" u="none" strike="noStrike" cap="none" baseline="0" dirty="0">
                <a:solidFill>
                  <a:schemeClr val="dk1"/>
                </a:solidFill>
                <a:latin typeface="Rambla"/>
                <a:ea typeface="Rambla"/>
                <a:cs typeface="Rambla"/>
                <a:sym typeface="Rambla"/>
              </a:rPr>
              <a:t> </a:t>
            </a:r>
            <a:r>
              <a:rPr lang="en-US" sz="2150" b="0" i="0" u="none" strike="noStrike" cap="none" baseline="0" dirty="0" err="1">
                <a:solidFill>
                  <a:schemeClr val="dk1"/>
                </a:solidFill>
                <a:latin typeface="Rambla"/>
                <a:ea typeface="Rambla"/>
                <a:cs typeface="Rambla"/>
                <a:sym typeface="Rambla"/>
              </a:rPr>
              <a:t>especiais</a:t>
            </a:r>
            <a:r>
              <a:rPr lang="en-US" sz="2150" b="0" i="0" u="none" strike="noStrike" cap="none" baseline="0" dirty="0">
                <a:solidFill>
                  <a:schemeClr val="dk1"/>
                </a:solidFill>
                <a:latin typeface="Rambla"/>
                <a:ea typeface="Rambla"/>
                <a:cs typeface="Rambla"/>
                <a:sym typeface="Rambla"/>
              </a:rPr>
              <a:t> (</a:t>
            </a:r>
            <a:r>
              <a:rPr lang="en-US" sz="2150" b="0" i="0" u="none" strike="noStrike" cap="none" baseline="0" dirty="0" err="1">
                <a:solidFill>
                  <a:schemeClr val="dk1"/>
                </a:solidFill>
                <a:latin typeface="Rambla"/>
                <a:ea typeface="Rambla"/>
                <a:cs typeface="Rambla"/>
                <a:sym typeface="Rambla"/>
              </a:rPr>
              <a:t>aspas</a:t>
            </a:r>
            <a:r>
              <a:rPr lang="en-US" sz="2150" b="0" i="0" u="none" strike="noStrike" cap="none" baseline="0" dirty="0">
                <a:solidFill>
                  <a:schemeClr val="dk1"/>
                </a:solidFill>
                <a:latin typeface="Rambla"/>
                <a:ea typeface="Rambla"/>
                <a:cs typeface="Rambla"/>
                <a:sym typeface="Rambla"/>
              </a:rPr>
              <a:t>, </a:t>
            </a:r>
            <a:r>
              <a:rPr lang="en-US" sz="2150" b="0" i="0" u="none" strike="noStrike" cap="none" baseline="0" dirty="0" err="1">
                <a:solidFill>
                  <a:schemeClr val="dk1"/>
                </a:solidFill>
                <a:latin typeface="Rambla"/>
                <a:ea typeface="Rambla"/>
                <a:cs typeface="Rambla"/>
                <a:sym typeface="Rambla"/>
              </a:rPr>
              <a:t>acentos</a:t>
            </a:r>
            <a:r>
              <a:rPr lang="en-US" sz="2150" b="0" i="0" u="none" strike="noStrike" cap="none" baseline="0" dirty="0">
                <a:solidFill>
                  <a:schemeClr val="dk1"/>
                </a:solidFill>
                <a:latin typeface="Rambla"/>
                <a:ea typeface="Rambla"/>
                <a:cs typeface="Rambla"/>
                <a:sym typeface="Rambla"/>
              </a:rPr>
              <a:t>, </a:t>
            </a:r>
            <a:r>
              <a:rPr lang="en-US" sz="2150" b="0" i="0" u="none" strike="noStrike" cap="none" baseline="0" dirty="0" err="1">
                <a:solidFill>
                  <a:schemeClr val="dk1"/>
                </a:solidFill>
                <a:latin typeface="Rambla"/>
                <a:ea typeface="Rambla"/>
                <a:cs typeface="Rambla"/>
                <a:sym typeface="Rambla"/>
              </a:rPr>
              <a:t>cedilha</a:t>
            </a:r>
            <a:r>
              <a:rPr lang="en-US" sz="2150" b="0" i="0" u="none" strike="noStrike" cap="none" baseline="0" dirty="0">
                <a:solidFill>
                  <a:schemeClr val="dk1"/>
                </a:solidFill>
                <a:latin typeface="Rambla"/>
                <a:ea typeface="Rambla"/>
                <a:cs typeface="Rambla"/>
                <a:sym typeface="Rambla"/>
              </a:rPr>
              <a:t>, etc.)</a:t>
            </a:r>
          </a:p>
          <a:p>
            <a:pPr marL="365760" marR="0" lvl="0" indent="-264160" algn="l" rtl="0">
              <a:spcBef>
                <a:spcPts val="400"/>
              </a:spcBef>
              <a:spcAft>
                <a:spcPts val="0"/>
              </a:spcAft>
              <a:buClr>
                <a:schemeClr val="accent1"/>
              </a:buClr>
              <a:buSzPct val="73440"/>
              <a:buFont typeface="Rambla"/>
              <a:buChar char=""/>
            </a:pPr>
            <a:r>
              <a:rPr lang="en-US" sz="2500" b="0" i="0" u="none" strike="noStrike" cap="none" baseline="0" dirty="0">
                <a:solidFill>
                  <a:schemeClr val="dk1"/>
                </a:solidFill>
                <a:latin typeface="Rambla"/>
                <a:ea typeface="Rambla"/>
                <a:cs typeface="Rambla"/>
                <a:sym typeface="Rambla"/>
              </a:rPr>
              <a:t>Layout versus </a:t>
            </a:r>
            <a:r>
              <a:rPr lang="en-US" sz="2500" b="0" i="0" u="none" strike="noStrike" cap="none" baseline="0" dirty="0" err="1">
                <a:solidFill>
                  <a:schemeClr val="dk1"/>
                </a:solidFill>
                <a:latin typeface="Rambla"/>
                <a:ea typeface="Rambla"/>
                <a:cs typeface="Rambla"/>
                <a:sym typeface="Rambla"/>
              </a:rPr>
              <a:t>Conteúdo</a:t>
            </a:r>
            <a:r>
              <a:rPr lang="en-US" sz="2500" b="0" i="0" u="none" strike="noStrike" cap="none" baseline="0" dirty="0">
                <a:solidFill>
                  <a:schemeClr val="dk1"/>
                </a:solidFill>
                <a:latin typeface="Rambla"/>
                <a:ea typeface="Rambla"/>
                <a:cs typeface="Rambla"/>
                <a:sym typeface="Rambla"/>
              </a:rPr>
              <a:t>.</a:t>
            </a:r>
          </a:p>
          <a:p>
            <a:pPr marL="621792" marR="0" lvl="1" indent="-240791" algn="l" rtl="0">
              <a:spcBef>
                <a:spcPts val="324"/>
              </a:spcBef>
              <a:buClr>
                <a:schemeClr val="accent1"/>
              </a:buClr>
              <a:buSzPct val="104545"/>
              <a:buFont typeface="Rambla"/>
              <a:buChar char="◦"/>
            </a:pPr>
            <a:r>
              <a:rPr lang="en-US" sz="2150" b="0" i="0" u="none" strike="noStrike" cap="none" baseline="0" dirty="0">
                <a:solidFill>
                  <a:schemeClr val="dk1"/>
                </a:solidFill>
                <a:latin typeface="Rambla"/>
                <a:ea typeface="Rambla"/>
                <a:cs typeface="Rambla"/>
                <a:sym typeface="Rambla"/>
              </a:rPr>
              <a:t>Layout: CSS;</a:t>
            </a:r>
          </a:p>
          <a:p>
            <a:pPr marL="621792" marR="0" lvl="1" indent="-240791" algn="l" rtl="0">
              <a:spcBef>
                <a:spcPts val="324"/>
              </a:spcBef>
              <a:buClr>
                <a:schemeClr val="accent1"/>
              </a:buClr>
              <a:buSzPct val="104545"/>
              <a:buFont typeface="Rambla"/>
              <a:buChar char="◦"/>
            </a:pPr>
            <a:r>
              <a:rPr lang="en-US" sz="2150" b="0" i="0" u="none" strike="noStrike" cap="none" baseline="0" dirty="0" err="1">
                <a:solidFill>
                  <a:schemeClr val="dk1"/>
                </a:solidFill>
                <a:latin typeface="Rambla"/>
                <a:ea typeface="Rambla"/>
                <a:cs typeface="Rambla"/>
                <a:sym typeface="Rambla"/>
              </a:rPr>
              <a:t>Conteúdo</a:t>
            </a:r>
            <a:r>
              <a:rPr lang="en-US" sz="2150" b="0" i="0" u="none" strike="noStrike" cap="none" baseline="0" dirty="0">
                <a:solidFill>
                  <a:schemeClr val="dk1"/>
                </a:solidFill>
                <a:latin typeface="Rambla"/>
                <a:ea typeface="Rambla"/>
                <a:cs typeface="Rambla"/>
                <a:sym typeface="Rambla"/>
              </a:rPr>
              <a:t>: </a:t>
            </a:r>
            <a:r>
              <a:rPr lang="en-US" sz="2150" b="0" i="0" u="none" strike="noStrike" cap="none" baseline="0" dirty="0" smtClean="0">
                <a:solidFill>
                  <a:schemeClr val="dk1"/>
                </a:solidFill>
                <a:latin typeface="Rambla"/>
                <a:ea typeface="Rambla"/>
                <a:cs typeface="Rambla"/>
                <a:sym typeface="Rambla"/>
              </a:rPr>
              <a:t>HMTL</a:t>
            </a:r>
            <a:r>
              <a:rPr lang="en-US" sz="2150" b="0" i="0" u="none" strike="noStrike" cap="none" baseline="0" dirty="0">
                <a:solidFill>
                  <a:schemeClr val="dk1"/>
                </a:solidFill>
                <a:latin typeface="Rambla"/>
                <a:ea typeface="Rambla"/>
                <a:cs typeface="Rambla"/>
                <a:sym typeface="Rambla"/>
              </a:rPr>
              <a:t>.</a:t>
            </a:r>
          </a:p>
        </p:txBody>
      </p:sp>
      <p:sp>
        <p:nvSpPr>
          <p:cNvPr id="133" name="Shape 133"/>
          <p:cNvSpPr txBox="1">
            <a:spLocks noGrp="1"/>
          </p:cNvSpPr>
          <p:nvPr>
            <p:ph type="title"/>
          </p:nvPr>
        </p:nvSpPr>
        <p:spPr>
          <a:xfrm>
            <a:off x="457200" y="274637"/>
            <a:ext cx="8229600" cy="1143000"/>
          </a:xfrm>
          <a:prstGeom prst="rect">
            <a:avLst/>
          </a:prstGeom>
          <a:noFill/>
          <a:ln>
            <a:noFill/>
          </a:ln>
        </p:spPr>
        <p:txBody>
          <a:bodyPr lIns="91425" tIns="45700" rIns="91425" bIns="45700" anchor="ctr" anchorCtr="0">
            <a:noAutofit/>
          </a:bodyPr>
          <a:lstStyle/>
          <a:p>
            <a:pPr marL="0" marR="0" lvl="0" indent="0" algn="l" rtl="0">
              <a:spcBef>
                <a:spcPts val="0"/>
              </a:spcBef>
              <a:buClr>
                <a:schemeClr val="dk2"/>
              </a:buClr>
              <a:buSzPct val="25000"/>
              <a:buFont typeface="Rambla"/>
              <a:buNone/>
            </a:pPr>
            <a:r>
              <a:rPr lang="en-US" sz="4100" b="1" i="0" u="none" strike="noStrike" cap="none" baseline="0">
                <a:solidFill>
                  <a:schemeClr val="dk2"/>
                </a:solidFill>
                <a:latin typeface="Rambla"/>
                <a:ea typeface="Rambla"/>
                <a:cs typeface="Rambla"/>
                <a:sym typeface="Rambla"/>
              </a:rPr>
              <a:t>Considerações Importantes</a:t>
            </a:r>
          </a:p>
        </p:txBody>
      </p:sp>
    </p:spTree>
  </p:cSld>
  <p:clrMapOvr>
    <a:masterClrMapping/>
  </p:clrMapOvr>
  <p:transition spd="slow">
    <p:cut/>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Texto 1"/>
          <p:cNvSpPr>
            <a:spLocks noGrp="1"/>
          </p:cNvSpPr>
          <p:nvPr>
            <p:ph type="body" idx="1"/>
          </p:nvPr>
        </p:nvSpPr>
        <p:spPr/>
        <p:txBody>
          <a:bodyPr/>
          <a:lstStyle/>
          <a:p>
            <a:pPr>
              <a:buFont typeface="Arial" panose="020B0604020202020204" pitchFamily="34" charset="0"/>
              <a:buChar char="•"/>
            </a:pPr>
            <a:r>
              <a:rPr lang="pt-BR" dirty="0" err="1" smtClean="0"/>
              <a:t>Video</a:t>
            </a:r>
            <a:endParaRPr lang="pt-BR" dirty="0"/>
          </a:p>
          <a:p>
            <a:pPr marL="218187" indent="0">
              <a:buNone/>
            </a:pPr>
            <a:r>
              <a:rPr lang="pt-BR" dirty="0" smtClean="0"/>
              <a:t>Tim Berners-Lee </a:t>
            </a:r>
            <a:r>
              <a:rPr lang="pt-BR" dirty="0" err="1" smtClean="0"/>
              <a:t>on</a:t>
            </a:r>
            <a:r>
              <a:rPr lang="pt-BR" dirty="0" smtClean="0"/>
              <a:t> </a:t>
            </a:r>
            <a:r>
              <a:rPr lang="pt-BR" dirty="0" err="1" smtClean="0"/>
              <a:t>the</a:t>
            </a:r>
            <a:r>
              <a:rPr lang="pt-BR" dirty="0" smtClean="0"/>
              <a:t> </a:t>
            </a:r>
            <a:r>
              <a:rPr lang="pt-BR" dirty="0" err="1" smtClean="0"/>
              <a:t>next</a:t>
            </a:r>
            <a:r>
              <a:rPr lang="pt-BR" dirty="0" smtClean="0"/>
              <a:t> Web</a:t>
            </a:r>
          </a:p>
          <a:p>
            <a:pPr marL="218187" indent="0">
              <a:buNone/>
            </a:pPr>
            <a:r>
              <a:rPr lang="pt-BR" dirty="0">
                <a:hlinkClick r:id="rId2"/>
              </a:rPr>
              <a:t>http://www.youtube.com/watch?v=OM6XIICm_qo</a:t>
            </a:r>
            <a:endParaRPr lang="pt-BR" dirty="0"/>
          </a:p>
        </p:txBody>
      </p:sp>
      <p:sp>
        <p:nvSpPr>
          <p:cNvPr id="3" name="Título 2"/>
          <p:cNvSpPr>
            <a:spLocks noGrp="1"/>
          </p:cNvSpPr>
          <p:nvPr>
            <p:ph type="title"/>
          </p:nvPr>
        </p:nvSpPr>
        <p:spPr/>
        <p:txBody>
          <a:bodyPr/>
          <a:lstStyle/>
          <a:p>
            <a:r>
              <a:rPr lang="pt-BR" dirty="0" smtClean="0"/>
              <a:t>Novas possibilidade do HTML5</a:t>
            </a:r>
            <a:endParaRPr lang="pt-BR" dirty="0"/>
          </a:p>
        </p:txBody>
      </p:sp>
    </p:spTree>
    <p:extLst>
      <p:ext uri="{BB962C8B-B14F-4D97-AF65-F5344CB8AC3E}">
        <p14:creationId xmlns:p14="http://schemas.microsoft.com/office/powerpoint/2010/main" val="10217763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Texto 1"/>
          <p:cNvSpPr>
            <a:spLocks noGrp="1"/>
          </p:cNvSpPr>
          <p:nvPr>
            <p:ph type="body" idx="1"/>
          </p:nvPr>
        </p:nvSpPr>
        <p:spPr/>
        <p:txBody>
          <a:bodyPr/>
          <a:lstStyle/>
          <a:p>
            <a:pPr>
              <a:buFont typeface="Arial" panose="020B0604020202020204" pitchFamily="34" charset="0"/>
              <a:buChar char="•"/>
            </a:pPr>
            <a:r>
              <a:rPr lang="pt-BR" dirty="0" smtClean="0"/>
              <a:t>HTML </a:t>
            </a:r>
            <a:r>
              <a:rPr lang="pt-BR" dirty="0" err="1" smtClean="0"/>
              <a:t>Gallery</a:t>
            </a:r>
            <a:endParaRPr lang="pt-BR" dirty="0" smtClean="0"/>
          </a:p>
          <a:p>
            <a:pPr marL="218187" indent="0">
              <a:buNone/>
            </a:pPr>
            <a:r>
              <a:rPr lang="pt-BR" dirty="0" smtClean="0">
                <a:hlinkClick r:id="rId2"/>
              </a:rPr>
              <a:t>http://html5gallery.com</a:t>
            </a:r>
            <a:endParaRPr lang="pt-BR" dirty="0" smtClean="0"/>
          </a:p>
          <a:p>
            <a:pPr marL="218187" indent="0">
              <a:buNone/>
            </a:pPr>
            <a:endParaRPr lang="pt-BR" dirty="0"/>
          </a:p>
          <a:p>
            <a:pPr>
              <a:buFont typeface="Arial" panose="020B0604020202020204" pitchFamily="34" charset="0"/>
              <a:buChar char="•"/>
            </a:pPr>
            <a:r>
              <a:rPr lang="pt-BR" dirty="0" err="1" smtClean="0"/>
              <a:t>Tableless</a:t>
            </a:r>
            <a:endParaRPr lang="pt-BR" dirty="0" smtClean="0"/>
          </a:p>
          <a:p>
            <a:pPr marL="218187" indent="0">
              <a:buNone/>
            </a:pPr>
            <a:r>
              <a:rPr lang="pt-BR" dirty="0" smtClean="0">
                <a:hlinkClick r:id="rId3"/>
              </a:rPr>
              <a:t>http://tableless.com.br</a:t>
            </a:r>
            <a:endParaRPr lang="pt-BR" dirty="0"/>
          </a:p>
        </p:txBody>
      </p:sp>
      <p:sp>
        <p:nvSpPr>
          <p:cNvPr id="3" name="Título 2"/>
          <p:cNvSpPr>
            <a:spLocks noGrp="1"/>
          </p:cNvSpPr>
          <p:nvPr>
            <p:ph type="title"/>
          </p:nvPr>
        </p:nvSpPr>
        <p:spPr/>
        <p:txBody>
          <a:bodyPr/>
          <a:lstStyle/>
          <a:p>
            <a:r>
              <a:rPr lang="pt-BR" dirty="0" smtClean="0"/>
              <a:t>Projetos em HTML5</a:t>
            </a:r>
            <a:endParaRPr lang="pt-BR" dirty="0"/>
          </a:p>
        </p:txBody>
      </p:sp>
    </p:spTree>
    <p:extLst>
      <p:ext uri="{BB962C8B-B14F-4D97-AF65-F5344CB8AC3E}">
        <p14:creationId xmlns:p14="http://schemas.microsoft.com/office/powerpoint/2010/main" val="212814770"/>
      </p:ext>
    </p:extLst>
  </p:cSld>
  <p:clrMapOvr>
    <a:masterClrMapping/>
  </p:clrMapOvr>
</p:sld>
</file>

<file path=ppt/theme/theme1.xml><?xml version="1.0" encoding="utf-8"?>
<a:theme xmlns:a="http://schemas.openxmlformats.org/drawingml/2006/main" name="Custom Them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110</TotalTime>
  <Words>1497</Words>
  <Application>Microsoft Office PowerPoint</Application>
  <PresentationFormat>Apresentação na tela (4:3)</PresentationFormat>
  <Paragraphs>210</Paragraphs>
  <Slides>32</Slides>
  <Notes>17</Notes>
  <HiddenSlides>0</HiddenSlides>
  <MMClips>0</MMClips>
  <ScaleCrop>false</ScaleCrop>
  <HeadingPairs>
    <vt:vector size="4" baseType="variant">
      <vt:variant>
        <vt:lpstr>Tema</vt:lpstr>
      </vt:variant>
      <vt:variant>
        <vt:i4>1</vt:i4>
      </vt:variant>
      <vt:variant>
        <vt:lpstr>Títulos de slides</vt:lpstr>
      </vt:variant>
      <vt:variant>
        <vt:i4>32</vt:i4>
      </vt:variant>
    </vt:vector>
  </HeadingPairs>
  <TitlesOfParts>
    <vt:vector size="33" baseType="lpstr">
      <vt:lpstr>Custom Theme</vt:lpstr>
      <vt:lpstr>HTML5 e CSS3 </vt:lpstr>
      <vt:lpstr>HTML5 e CSS3 - Criação de Websites</vt:lpstr>
      <vt:lpstr>Apresentação Senac</vt:lpstr>
      <vt:lpstr>O Curso</vt:lpstr>
      <vt:lpstr>Atividade</vt:lpstr>
      <vt:lpstr>Introdução</vt:lpstr>
      <vt:lpstr>História da Internet</vt:lpstr>
      <vt:lpstr>Protocolo</vt:lpstr>
      <vt:lpstr>TCP – Transmission Control Protocol</vt:lpstr>
      <vt:lpstr>IP – Internet Protocol</vt:lpstr>
      <vt:lpstr>HTTP – HyperText Transfer Protocol</vt:lpstr>
      <vt:lpstr>Servidor Web</vt:lpstr>
      <vt:lpstr>Servidor Web</vt:lpstr>
      <vt:lpstr>Outros Serviços da Internet</vt:lpstr>
      <vt:lpstr>Browser ou Navegadores</vt:lpstr>
      <vt:lpstr>Atividade</vt:lpstr>
      <vt:lpstr>Evolução do HTML</vt:lpstr>
      <vt:lpstr>Evolução do HTML</vt:lpstr>
      <vt:lpstr>Evolução do HTML</vt:lpstr>
      <vt:lpstr>Evolução do HTML</vt:lpstr>
      <vt:lpstr>Evolução do HTML</vt:lpstr>
      <vt:lpstr>Evolução do HTML</vt:lpstr>
      <vt:lpstr>HTML – Hypertext Markup Language</vt:lpstr>
      <vt:lpstr>CSS</vt:lpstr>
      <vt:lpstr>Semântica e Web semântica</vt:lpstr>
      <vt:lpstr>Semântica e Web semântica</vt:lpstr>
      <vt:lpstr>Padrões de tags</vt:lpstr>
      <vt:lpstr>Video</vt:lpstr>
      <vt:lpstr>Webstandards – W3C</vt:lpstr>
      <vt:lpstr>Considerações Importantes</vt:lpstr>
      <vt:lpstr>Novas possibilidade do HTML5</vt:lpstr>
      <vt:lpstr>Projetos em HTML5</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HTML5 e CSS3</dc:title>
  <dc:creator>Daniel Yuthaka Kawasaki</dc:creator>
  <cp:lastModifiedBy>Daniel Yuthaka Kawasaki</cp:lastModifiedBy>
  <cp:revision>12</cp:revision>
  <dcterms:modified xsi:type="dcterms:W3CDTF">2013-10-05T16:25:53Z</dcterms:modified>
</cp:coreProperties>
</file>